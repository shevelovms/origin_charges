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D5341"/>
    <a:srgbClr val="FD1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1914C7-8438-4CBA-A644-738BAE09F196}" v="62" dt="2025-10-30T03:12:55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kyta Shevelov" userId="504f2c41-5ce0-44c6-ae84-f9307f0085d1" providerId="ADAL" clId="{73137A53-3FBC-4175-81ED-A18AFFE783C5}"/>
    <pc:docChg chg="undo custSel addSld delSld modSld">
      <pc:chgData name="Mykyta Shevelov" userId="504f2c41-5ce0-44c6-ae84-f9307f0085d1" providerId="ADAL" clId="{73137A53-3FBC-4175-81ED-A18AFFE783C5}" dt="2025-10-30T03:16:12.867" v="644" actId="20577"/>
      <pc:docMkLst>
        <pc:docMk/>
      </pc:docMkLst>
      <pc:sldChg chg="modSp mod">
        <pc:chgData name="Mykyta Shevelov" userId="504f2c41-5ce0-44c6-ae84-f9307f0085d1" providerId="ADAL" clId="{73137A53-3FBC-4175-81ED-A18AFFE783C5}" dt="2025-10-30T03:14:30.460" v="620" actId="27636"/>
        <pc:sldMkLst>
          <pc:docMk/>
          <pc:sldMk cId="2573767670" sldId="256"/>
        </pc:sldMkLst>
        <pc:spChg chg="mod">
          <ac:chgData name="Mykyta Shevelov" userId="504f2c41-5ce0-44c6-ae84-f9307f0085d1" providerId="ADAL" clId="{73137A53-3FBC-4175-81ED-A18AFFE783C5}" dt="2025-10-30T03:14:30.460" v="620" actId="27636"/>
          <ac:spMkLst>
            <pc:docMk/>
            <pc:sldMk cId="2573767670" sldId="256"/>
            <ac:spMk id="3" creationId="{5EF903CA-27BD-4399-2CEE-B3461F36566D}"/>
          </ac:spMkLst>
        </pc:spChg>
      </pc:sldChg>
      <pc:sldChg chg="modSp mod">
        <pc:chgData name="Mykyta Shevelov" userId="504f2c41-5ce0-44c6-ae84-f9307f0085d1" providerId="ADAL" clId="{73137A53-3FBC-4175-81ED-A18AFFE783C5}" dt="2025-10-30T02:59:41.508" v="410" actId="20577"/>
        <pc:sldMkLst>
          <pc:docMk/>
          <pc:sldMk cId="3822917476" sldId="257"/>
        </pc:sldMkLst>
        <pc:spChg chg="mod">
          <ac:chgData name="Mykyta Shevelov" userId="504f2c41-5ce0-44c6-ae84-f9307f0085d1" providerId="ADAL" clId="{73137A53-3FBC-4175-81ED-A18AFFE783C5}" dt="2025-10-30T02:59:41.508" v="410" actId="20577"/>
          <ac:spMkLst>
            <pc:docMk/>
            <pc:sldMk cId="3822917476" sldId="257"/>
            <ac:spMk id="9" creationId="{5C8321E8-1D28-05D0-4BA6-2881482C41DA}"/>
          </ac:spMkLst>
        </pc:spChg>
      </pc:sldChg>
      <pc:sldChg chg="addSp delSp modSp mod">
        <pc:chgData name="Mykyta Shevelov" userId="504f2c41-5ce0-44c6-ae84-f9307f0085d1" providerId="ADAL" clId="{73137A53-3FBC-4175-81ED-A18AFFE783C5}" dt="2025-10-30T03:07:22.805" v="489" actId="27918"/>
        <pc:sldMkLst>
          <pc:docMk/>
          <pc:sldMk cId="3851360407" sldId="258"/>
        </pc:sldMkLst>
        <pc:spChg chg="mod">
          <ac:chgData name="Mykyta Shevelov" userId="504f2c41-5ce0-44c6-ae84-f9307f0085d1" providerId="ADAL" clId="{73137A53-3FBC-4175-81ED-A18AFFE783C5}" dt="2025-10-30T02:58:26.158" v="377" actId="1076"/>
          <ac:spMkLst>
            <pc:docMk/>
            <pc:sldMk cId="3851360407" sldId="258"/>
            <ac:spMk id="6" creationId="{F2AA222D-C8D3-321A-4F85-0B1772F6825A}"/>
          </ac:spMkLst>
        </pc:spChg>
        <pc:spChg chg="mod">
          <ac:chgData name="Mykyta Shevelov" userId="504f2c41-5ce0-44c6-ae84-f9307f0085d1" providerId="ADAL" clId="{73137A53-3FBC-4175-81ED-A18AFFE783C5}" dt="2025-10-30T02:58:27.866" v="378" actId="1076"/>
          <ac:spMkLst>
            <pc:docMk/>
            <pc:sldMk cId="3851360407" sldId="258"/>
            <ac:spMk id="7" creationId="{8F40E6CC-DB82-C0D1-F047-D1BFF56A454B}"/>
          </ac:spMkLst>
        </pc:spChg>
        <pc:spChg chg="mod">
          <ac:chgData name="Mykyta Shevelov" userId="504f2c41-5ce0-44c6-ae84-f9307f0085d1" providerId="ADAL" clId="{73137A53-3FBC-4175-81ED-A18AFFE783C5}" dt="2025-10-30T02:58:29.553" v="379" actId="1076"/>
          <ac:spMkLst>
            <pc:docMk/>
            <pc:sldMk cId="3851360407" sldId="258"/>
            <ac:spMk id="8" creationId="{5762117B-1074-C379-386F-BDAEE11B1027}"/>
          </ac:spMkLst>
        </pc:spChg>
        <pc:graphicFrameChg chg="add del mod">
          <ac:chgData name="Mykyta Shevelov" userId="504f2c41-5ce0-44c6-ae84-f9307f0085d1" providerId="ADAL" clId="{73137A53-3FBC-4175-81ED-A18AFFE783C5}" dt="2025-10-30T02:50:12.494" v="238" actId="478"/>
          <ac:graphicFrameMkLst>
            <pc:docMk/>
            <pc:sldMk cId="3851360407" sldId="258"/>
            <ac:graphicFrameMk id="3" creationId="{9863F7E5-7825-134F-D098-BACE369142F8}"/>
          </ac:graphicFrameMkLst>
        </pc:graphicFrameChg>
        <pc:graphicFrameChg chg="add del mod">
          <ac:chgData name="Mykyta Shevelov" userId="504f2c41-5ce0-44c6-ae84-f9307f0085d1" providerId="ADAL" clId="{73137A53-3FBC-4175-81ED-A18AFFE783C5}" dt="2025-10-30T02:51:00.063" v="254" actId="478"/>
          <ac:graphicFrameMkLst>
            <pc:docMk/>
            <pc:sldMk cId="3851360407" sldId="258"/>
            <ac:graphicFrameMk id="4" creationId="{9863F7E5-7825-134F-D098-BACE369142F8}"/>
          </ac:graphicFrameMkLst>
        </pc:graphicFrameChg>
        <pc:graphicFrameChg chg="add del mod">
          <ac:chgData name="Mykyta Shevelov" userId="504f2c41-5ce0-44c6-ae84-f9307f0085d1" providerId="ADAL" clId="{73137A53-3FBC-4175-81ED-A18AFFE783C5}" dt="2025-10-30T02:53:04.599" v="268" actId="478"/>
          <ac:graphicFrameMkLst>
            <pc:docMk/>
            <pc:sldMk cId="3851360407" sldId="258"/>
            <ac:graphicFrameMk id="5" creationId="{9863F7E5-7825-134F-D098-BACE369142F8}"/>
          </ac:graphicFrameMkLst>
        </pc:graphicFrameChg>
        <pc:graphicFrameChg chg="add del mod">
          <ac:chgData name="Mykyta Shevelov" userId="504f2c41-5ce0-44c6-ae84-f9307f0085d1" providerId="ADAL" clId="{73137A53-3FBC-4175-81ED-A18AFFE783C5}" dt="2025-10-30T02:53:56.164" v="273" actId="478"/>
          <ac:graphicFrameMkLst>
            <pc:docMk/>
            <pc:sldMk cId="3851360407" sldId="258"/>
            <ac:graphicFrameMk id="9" creationId="{9863F7E5-7825-134F-D098-BACE369142F8}"/>
          </ac:graphicFrameMkLst>
        </pc:graphicFrameChg>
        <pc:graphicFrameChg chg="add del mod">
          <ac:chgData name="Mykyta Shevelov" userId="504f2c41-5ce0-44c6-ae84-f9307f0085d1" providerId="ADAL" clId="{73137A53-3FBC-4175-81ED-A18AFFE783C5}" dt="2025-10-30T02:54:51.245" v="286" actId="478"/>
          <ac:graphicFrameMkLst>
            <pc:docMk/>
            <pc:sldMk cId="3851360407" sldId="258"/>
            <ac:graphicFrameMk id="10" creationId="{9863F7E5-7825-134F-D098-BACE369142F8}"/>
          </ac:graphicFrameMkLst>
        </pc:graphicFrameChg>
        <pc:graphicFrameChg chg="add mod">
          <ac:chgData name="Mykyta Shevelov" userId="504f2c41-5ce0-44c6-ae84-f9307f0085d1" providerId="ADAL" clId="{73137A53-3FBC-4175-81ED-A18AFFE783C5}" dt="2025-10-30T02:56:18.396" v="302" actId="14100"/>
          <ac:graphicFrameMkLst>
            <pc:docMk/>
            <pc:sldMk cId="3851360407" sldId="258"/>
            <ac:graphicFrameMk id="11" creationId="{10D4F57E-52DC-0492-6007-B88075EA56E7}"/>
          </ac:graphicFrameMkLst>
        </pc:graphicFrameChg>
      </pc:sldChg>
      <pc:sldChg chg="addSp delSp modSp mod">
        <pc:chgData name="Mykyta Shevelov" userId="504f2c41-5ce0-44c6-ae84-f9307f0085d1" providerId="ADAL" clId="{73137A53-3FBC-4175-81ED-A18AFFE783C5}" dt="2025-10-30T03:07:22.825" v="490" actId="27918"/>
        <pc:sldMkLst>
          <pc:docMk/>
          <pc:sldMk cId="3260211671" sldId="259"/>
        </pc:sldMkLst>
        <pc:spChg chg="mod">
          <ac:chgData name="Mykyta Shevelov" userId="504f2c41-5ce0-44c6-ae84-f9307f0085d1" providerId="ADAL" clId="{73137A53-3FBC-4175-81ED-A18AFFE783C5}" dt="2025-10-30T03:03:12.461" v="457" actId="1076"/>
          <ac:spMkLst>
            <pc:docMk/>
            <pc:sldMk cId="3260211671" sldId="259"/>
            <ac:spMk id="9" creationId="{E35376CE-3BD7-7199-3277-6F6429F97188}"/>
          </ac:spMkLst>
        </pc:spChg>
        <pc:spChg chg="mod">
          <ac:chgData name="Mykyta Shevelov" userId="504f2c41-5ce0-44c6-ae84-f9307f0085d1" providerId="ADAL" clId="{73137A53-3FBC-4175-81ED-A18AFFE783C5}" dt="2025-10-30T03:03:14.321" v="458" actId="1076"/>
          <ac:spMkLst>
            <pc:docMk/>
            <pc:sldMk cId="3260211671" sldId="259"/>
            <ac:spMk id="10" creationId="{E82120D6-5E2E-A321-551F-53580AFCC1F6}"/>
          </ac:spMkLst>
        </pc:spChg>
        <pc:spChg chg="mod">
          <ac:chgData name="Mykyta Shevelov" userId="504f2c41-5ce0-44c6-ae84-f9307f0085d1" providerId="ADAL" clId="{73137A53-3FBC-4175-81ED-A18AFFE783C5}" dt="2025-10-30T03:03:16.786" v="459" actId="1076"/>
          <ac:spMkLst>
            <pc:docMk/>
            <pc:sldMk cId="3260211671" sldId="259"/>
            <ac:spMk id="11" creationId="{F8D9315B-6FE4-33C1-6613-7E79E16A647D}"/>
          </ac:spMkLst>
        </pc:spChg>
        <pc:graphicFrameChg chg="add mod">
          <ac:chgData name="Mykyta Shevelov" userId="504f2c41-5ce0-44c6-ae84-f9307f0085d1" providerId="ADAL" clId="{73137A53-3FBC-4175-81ED-A18AFFE783C5}" dt="2025-10-30T03:03:02.259" v="456" actId="14100"/>
          <ac:graphicFrameMkLst>
            <pc:docMk/>
            <pc:sldMk cId="3260211671" sldId="259"/>
            <ac:graphicFrameMk id="2" creationId="{2B840798-3F2A-8337-C03F-44B6B2B097BB}"/>
          </ac:graphicFrameMkLst>
        </pc:graphicFrameChg>
        <pc:graphicFrameChg chg="del mod">
          <ac:chgData name="Mykyta Shevelov" userId="504f2c41-5ce0-44c6-ae84-f9307f0085d1" providerId="ADAL" clId="{73137A53-3FBC-4175-81ED-A18AFFE783C5}" dt="2025-10-30T03:02:24.846" v="447" actId="478"/>
          <ac:graphicFrameMkLst>
            <pc:docMk/>
            <pc:sldMk cId="3260211671" sldId="259"/>
            <ac:graphicFrameMk id="6" creationId="{F61FBFD9-455B-94BA-5DA4-3901CEC45D47}"/>
          </ac:graphicFrameMkLst>
        </pc:graphicFrameChg>
      </pc:sldChg>
      <pc:sldChg chg="addSp delSp modSp mod">
        <pc:chgData name="Mykyta Shevelov" userId="504f2c41-5ce0-44c6-ae84-f9307f0085d1" providerId="ADAL" clId="{73137A53-3FBC-4175-81ED-A18AFFE783C5}" dt="2025-10-30T03:07:49.467" v="497" actId="14100"/>
        <pc:sldMkLst>
          <pc:docMk/>
          <pc:sldMk cId="1433698565" sldId="260"/>
        </pc:sldMkLst>
        <pc:spChg chg="mod">
          <ac:chgData name="Mykyta Shevelov" userId="504f2c41-5ce0-44c6-ae84-f9307f0085d1" providerId="ADAL" clId="{73137A53-3FBC-4175-81ED-A18AFFE783C5}" dt="2025-10-22T23:59:38.965" v="187" actId="1076"/>
          <ac:spMkLst>
            <pc:docMk/>
            <pc:sldMk cId="1433698565" sldId="260"/>
            <ac:spMk id="3" creationId="{F617E6B2-54DB-245F-5638-09D82E989072}"/>
          </ac:spMkLst>
        </pc:spChg>
        <pc:spChg chg="mod">
          <ac:chgData name="Mykyta Shevelov" userId="504f2c41-5ce0-44c6-ae84-f9307f0085d1" providerId="ADAL" clId="{73137A53-3FBC-4175-81ED-A18AFFE783C5}" dt="2025-10-30T03:04:17.433" v="461" actId="20577"/>
          <ac:spMkLst>
            <pc:docMk/>
            <pc:sldMk cId="1433698565" sldId="260"/>
            <ac:spMk id="4" creationId="{A5FACF71-5CE2-7938-A57B-E3EE03EA96E5}"/>
          </ac:spMkLst>
        </pc:spChg>
        <pc:spChg chg="mod">
          <ac:chgData name="Mykyta Shevelov" userId="504f2c41-5ce0-44c6-ae84-f9307f0085d1" providerId="ADAL" clId="{73137A53-3FBC-4175-81ED-A18AFFE783C5}" dt="2025-10-30T03:04:21.366" v="464" actId="20577"/>
          <ac:spMkLst>
            <pc:docMk/>
            <pc:sldMk cId="1433698565" sldId="260"/>
            <ac:spMk id="6" creationId="{BF6FF23D-CCFE-01B6-37CE-280DA56C10D6}"/>
          </ac:spMkLst>
        </pc:spChg>
        <pc:graphicFrameChg chg="del mod">
          <ac:chgData name="Mykyta Shevelov" userId="504f2c41-5ce0-44c6-ae84-f9307f0085d1" providerId="ADAL" clId="{73137A53-3FBC-4175-81ED-A18AFFE783C5}" dt="2025-10-30T03:04:34.471" v="465" actId="478"/>
          <ac:graphicFrameMkLst>
            <pc:docMk/>
            <pc:sldMk cId="1433698565" sldId="260"/>
            <ac:graphicFrameMk id="5" creationId="{D7AB0388-BD81-D8B8-4447-47A87986138F}"/>
          </ac:graphicFrameMkLst>
        </pc:graphicFrameChg>
        <pc:graphicFrameChg chg="add del mod">
          <ac:chgData name="Mykyta Shevelov" userId="504f2c41-5ce0-44c6-ae84-f9307f0085d1" providerId="ADAL" clId="{73137A53-3FBC-4175-81ED-A18AFFE783C5}" dt="2025-10-30T03:07:17.571" v="486" actId="478"/>
          <ac:graphicFrameMkLst>
            <pc:docMk/>
            <pc:sldMk cId="1433698565" sldId="260"/>
            <ac:graphicFrameMk id="7" creationId="{98B86289-A380-C916-3092-5D66AA987C93}"/>
          </ac:graphicFrameMkLst>
        </pc:graphicFrameChg>
        <pc:graphicFrameChg chg="add mod">
          <ac:chgData name="Mykyta Shevelov" userId="504f2c41-5ce0-44c6-ae84-f9307f0085d1" providerId="ADAL" clId="{73137A53-3FBC-4175-81ED-A18AFFE783C5}" dt="2025-10-30T03:07:49.467" v="497" actId="14100"/>
          <ac:graphicFrameMkLst>
            <pc:docMk/>
            <pc:sldMk cId="1433698565" sldId="260"/>
            <ac:graphicFrameMk id="8" creationId="{32E172BC-0047-54DD-8E2A-C6B57E328D21}"/>
          </ac:graphicFrameMkLst>
        </pc:graphicFrameChg>
      </pc:sldChg>
      <pc:sldChg chg="addSp delSp modSp mod">
        <pc:chgData name="Mykyta Shevelov" userId="504f2c41-5ce0-44c6-ae84-f9307f0085d1" providerId="ADAL" clId="{73137A53-3FBC-4175-81ED-A18AFFE783C5}" dt="2025-10-30T03:15:34.504" v="634" actId="20577"/>
        <pc:sldMkLst>
          <pc:docMk/>
          <pc:sldMk cId="2430590779" sldId="261"/>
        </pc:sldMkLst>
        <pc:spChg chg="mod">
          <ac:chgData name="Mykyta Shevelov" userId="504f2c41-5ce0-44c6-ae84-f9307f0085d1" providerId="ADAL" clId="{73137A53-3FBC-4175-81ED-A18AFFE783C5}" dt="2025-10-23T00:01:18.685" v="197" actId="1076"/>
          <ac:spMkLst>
            <pc:docMk/>
            <pc:sldMk cId="2430590779" sldId="261"/>
            <ac:spMk id="3" creationId="{588FA78B-568A-6DC7-5014-D81BA3C4246B}"/>
          </ac:spMkLst>
        </pc:spChg>
        <pc:spChg chg="mod">
          <ac:chgData name="Mykyta Shevelov" userId="504f2c41-5ce0-44c6-ae84-f9307f0085d1" providerId="ADAL" clId="{73137A53-3FBC-4175-81ED-A18AFFE783C5}" dt="2025-10-30T03:13:31.499" v="573" actId="20577"/>
          <ac:spMkLst>
            <pc:docMk/>
            <pc:sldMk cId="2430590779" sldId="261"/>
            <ac:spMk id="5" creationId="{D9705261-4995-D24F-6264-4DC9055BBBE3}"/>
          </ac:spMkLst>
        </pc:spChg>
        <pc:spChg chg="mod">
          <ac:chgData name="Mykyta Shevelov" userId="504f2c41-5ce0-44c6-ae84-f9307f0085d1" providerId="ADAL" clId="{73137A53-3FBC-4175-81ED-A18AFFE783C5}" dt="2025-10-30T03:15:34.504" v="634" actId="20577"/>
          <ac:spMkLst>
            <pc:docMk/>
            <pc:sldMk cId="2430590779" sldId="261"/>
            <ac:spMk id="6" creationId="{817D8735-BDA4-1531-B6B2-E3A6590285B2}"/>
          </ac:spMkLst>
        </pc:spChg>
        <pc:graphicFrameChg chg="del mod">
          <ac:chgData name="Mykyta Shevelov" userId="504f2c41-5ce0-44c6-ae84-f9307f0085d1" providerId="ADAL" clId="{73137A53-3FBC-4175-81ED-A18AFFE783C5}" dt="2025-10-30T03:09:02.495" v="498" actId="478"/>
          <ac:graphicFrameMkLst>
            <pc:docMk/>
            <pc:sldMk cId="2430590779" sldId="261"/>
            <ac:graphicFrameMk id="4" creationId="{A9F37222-876C-372D-D5EE-6F7D03A78F34}"/>
          </ac:graphicFrameMkLst>
        </pc:graphicFrameChg>
        <pc:graphicFrameChg chg="add mod">
          <ac:chgData name="Mykyta Shevelov" userId="504f2c41-5ce0-44c6-ae84-f9307f0085d1" providerId="ADAL" clId="{73137A53-3FBC-4175-81ED-A18AFFE783C5}" dt="2025-10-30T03:10:23.178" v="519" actId="113"/>
          <ac:graphicFrameMkLst>
            <pc:docMk/>
            <pc:sldMk cId="2430590779" sldId="261"/>
            <ac:graphicFrameMk id="7" creationId="{C2AA9929-7558-9D00-6E46-F8BF48342692}"/>
          </ac:graphicFrameMkLst>
        </pc:graphicFrameChg>
        <pc:cxnChg chg="add mod">
          <ac:chgData name="Mykyta Shevelov" userId="504f2c41-5ce0-44c6-ae84-f9307f0085d1" providerId="ADAL" clId="{73137A53-3FBC-4175-81ED-A18AFFE783C5}" dt="2025-10-30T03:12:50.230" v="566" actId="14100"/>
          <ac:cxnSpMkLst>
            <pc:docMk/>
            <pc:sldMk cId="2430590779" sldId="261"/>
            <ac:cxnSpMk id="9" creationId="{D2FA2863-433B-5467-F47E-2BE622055DD6}"/>
          </ac:cxnSpMkLst>
        </pc:cxnChg>
        <pc:cxnChg chg="add mod">
          <ac:chgData name="Mykyta Shevelov" userId="504f2c41-5ce0-44c6-ae84-f9307f0085d1" providerId="ADAL" clId="{73137A53-3FBC-4175-81ED-A18AFFE783C5}" dt="2025-10-30T03:12:53.910" v="568" actId="1076"/>
          <ac:cxnSpMkLst>
            <pc:docMk/>
            <pc:sldMk cId="2430590779" sldId="261"/>
            <ac:cxnSpMk id="12" creationId="{393AB490-3717-DFC6-49B4-C49B20E1F58D}"/>
          </ac:cxnSpMkLst>
        </pc:cxnChg>
        <pc:cxnChg chg="add mod">
          <ac:chgData name="Mykyta Shevelov" userId="504f2c41-5ce0-44c6-ae84-f9307f0085d1" providerId="ADAL" clId="{73137A53-3FBC-4175-81ED-A18AFFE783C5}" dt="2025-10-30T03:12:58.799" v="570" actId="1076"/>
          <ac:cxnSpMkLst>
            <pc:docMk/>
            <pc:sldMk cId="2430590779" sldId="261"/>
            <ac:cxnSpMk id="13" creationId="{58080D9D-909F-1514-87F5-F94623509BDF}"/>
          </ac:cxnSpMkLst>
        </pc:cxnChg>
      </pc:sldChg>
      <pc:sldChg chg="modSp mod">
        <pc:chgData name="Mykyta Shevelov" userId="504f2c41-5ce0-44c6-ae84-f9307f0085d1" providerId="ADAL" clId="{73137A53-3FBC-4175-81ED-A18AFFE783C5}" dt="2025-10-30T03:14:01.530" v="603" actId="20577"/>
        <pc:sldMkLst>
          <pc:docMk/>
          <pc:sldMk cId="4239788048" sldId="262"/>
        </pc:sldMkLst>
        <pc:spChg chg="mod">
          <ac:chgData name="Mykyta Shevelov" userId="504f2c41-5ce0-44c6-ae84-f9307f0085d1" providerId="ADAL" clId="{73137A53-3FBC-4175-81ED-A18AFFE783C5}" dt="2025-10-22T23:49:43.220" v="167" actId="1076"/>
          <ac:spMkLst>
            <pc:docMk/>
            <pc:sldMk cId="4239788048" sldId="262"/>
            <ac:spMk id="2" creationId="{4281B864-9FE1-B712-65AB-5520F1ECD751}"/>
          </ac:spMkLst>
        </pc:spChg>
        <pc:spChg chg="mod">
          <ac:chgData name="Mykyta Shevelov" userId="504f2c41-5ce0-44c6-ae84-f9307f0085d1" providerId="ADAL" clId="{73137A53-3FBC-4175-81ED-A18AFFE783C5}" dt="2025-10-30T03:14:01.530" v="603" actId="20577"/>
          <ac:spMkLst>
            <pc:docMk/>
            <pc:sldMk cId="4239788048" sldId="262"/>
            <ac:spMk id="3" creationId="{6D0101FA-BB59-4351-490F-834D48231ACF}"/>
          </ac:spMkLst>
        </pc:spChg>
      </pc:sldChg>
      <pc:sldChg chg="modSp mod">
        <pc:chgData name="Mykyta Shevelov" userId="504f2c41-5ce0-44c6-ae84-f9307f0085d1" providerId="ADAL" clId="{73137A53-3FBC-4175-81ED-A18AFFE783C5}" dt="2025-10-30T03:16:12.867" v="644" actId="20577"/>
        <pc:sldMkLst>
          <pc:docMk/>
          <pc:sldMk cId="572025705" sldId="263"/>
        </pc:sldMkLst>
        <pc:spChg chg="mod">
          <ac:chgData name="Mykyta Shevelov" userId="504f2c41-5ce0-44c6-ae84-f9307f0085d1" providerId="ADAL" clId="{73137A53-3FBC-4175-81ED-A18AFFE783C5}" dt="2025-10-30T03:16:12.867" v="644" actId="20577"/>
          <ac:spMkLst>
            <pc:docMk/>
            <pc:sldMk cId="572025705" sldId="263"/>
            <ac:spMk id="8" creationId="{1FB25BD2-E357-C2FC-8D03-E31976DF05C3}"/>
          </ac:spMkLst>
        </pc:spChg>
      </pc:sldChg>
      <pc:sldChg chg="modSp mod">
        <pc:chgData name="Mykyta Shevelov" userId="504f2c41-5ce0-44c6-ae84-f9307f0085d1" providerId="ADAL" clId="{73137A53-3FBC-4175-81ED-A18AFFE783C5}" dt="2025-10-30T02:59:56.922" v="423" actId="20577"/>
        <pc:sldMkLst>
          <pc:docMk/>
          <pc:sldMk cId="2122929222" sldId="264"/>
        </pc:sldMkLst>
        <pc:spChg chg="mod">
          <ac:chgData name="Mykyta Shevelov" userId="504f2c41-5ce0-44c6-ae84-f9307f0085d1" providerId="ADAL" clId="{73137A53-3FBC-4175-81ED-A18AFFE783C5}" dt="2025-10-30T02:59:56.922" v="423" actId="20577"/>
          <ac:spMkLst>
            <pc:docMk/>
            <pc:sldMk cId="2122929222" sldId="264"/>
            <ac:spMk id="5" creationId="{B30D16A9-E37F-C94C-A295-BB08FBB72483}"/>
          </ac:spMkLst>
        </pc:spChg>
      </pc:sldChg>
      <pc:sldChg chg="modSp mod">
        <pc:chgData name="Mykyta Shevelov" userId="504f2c41-5ce0-44c6-ae84-f9307f0085d1" providerId="ADAL" clId="{73137A53-3FBC-4175-81ED-A18AFFE783C5}" dt="2025-10-30T03:01:07.823" v="429" actId="20577"/>
        <pc:sldMkLst>
          <pc:docMk/>
          <pc:sldMk cId="3608262343" sldId="266"/>
        </pc:sldMkLst>
        <pc:spChg chg="mod">
          <ac:chgData name="Mykyta Shevelov" userId="504f2c41-5ce0-44c6-ae84-f9307f0085d1" providerId="ADAL" clId="{73137A53-3FBC-4175-81ED-A18AFFE783C5}" dt="2025-10-30T03:01:07.823" v="429" actId="20577"/>
          <ac:spMkLst>
            <pc:docMk/>
            <pc:sldMk cId="3608262343" sldId="266"/>
            <ac:spMk id="5" creationId="{9A03AC12-F145-B9A7-D423-00EBA06279FF}"/>
          </ac:spMkLst>
        </pc:spChg>
      </pc:sldChg>
      <pc:sldChg chg="new del">
        <pc:chgData name="Mykyta Shevelov" userId="504f2c41-5ce0-44c6-ae84-f9307f0085d1" providerId="ADAL" clId="{73137A53-3FBC-4175-81ED-A18AFFE783C5}" dt="2025-10-30T02:55:16.496" v="288" actId="680"/>
        <pc:sldMkLst>
          <pc:docMk/>
          <pc:sldMk cId="1905439703" sldId="267"/>
        </pc:sldMkLst>
      </pc:sldChg>
      <pc:sldChg chg="addSp delSp modSp new del mod setBg">
        <pc:chgData name="Mykyta Shevelov" userId="504f2c41-5ce0-44c6-ae84-f9307f0085d1" providerId="ADAL" clId="{73137A53-3FBC-4175-81ED-A18AFFE783C5}" dt="2025-10-30T03:07:22.834" v="491" actId="2696"/>
        <pc:sldMkLst>
          <pc:docMk/>
          <pc:sldMk cId="3037888604" sldId="267"/>
        </pc:sldMkLst>
        <pc:graphicFrameChg chg="add del mod">
          <ac:chgData name="Mykyta Shevelov" userId="504f2c41-5ce0-44c6-ae84-f9307f0085d1" providerId="ADAL" clId="{73137A53-3FBC-4175-81ED-A18AFFE783C5}" dt="2025-10-30T03:07:08.425" v="481" actId="478"/>
          <ac:graphicFrameMkLst>
            <pc:docMk/>
            <pc:sldMk cId="3037888604" sldId="267"/>
            <ac:graphicFrameMk id="2" creationId="{D7AB0388-BD81-D8B8-4447-47A87986138F}"/>
          </ac:graphicFrameMkLst>
        </pc:graphicFrameChg>
        <pc:graphicFrameChg chg="add mod">
          <ac:chgData name="Mykyta Shevelov" userId="504f2c41-5ce0-44c6-ae84-f9307f0085d1" providerId="ADAL" clId="{73137A53-3FBC-4175-81ED-A18AFFE783C5}" dt="2025-10-30T03:07:13.767" v="484" actId="26606"/>
          <ac:graphicFrameMkLst>
            <pc:docMk/>
            <pc:sldMk cId="3037888604" sldId="267"/>
            <ac:graphicFrameMk id="3" creationId="{D7AB0388-BD81-D8B8-4447-47A87986138F}"/>
          </ac:graphicFrameMkLst>
        </pc:graphicFrameChg>
      </pc:sldChg>
      <pc:sldChg chg="addSp delSp modSp new del mod setBg">
        <pc:chgData name="Mykyta Shevelov" userId="504f2c41-5ce0-44c6-ae84-f9307f0085d1" providerId="ADAL" clId="{73137A53-3FBC-4175-81ED-A18AFFE783C5}" dt="2025-10-30T03:02:31.543" v="451" actId="2696"/>
        <pc:sldMkLst>
          <pc:docMk/>
          <pc:sldMk cId="3410436337" sldId="267"/>
        </pc:sldMkLst>
        <pc:spChg chg="add del">
          <ac:chgData name="Mykyta Shevelov" userId="504f2c41-5ce0-44c6-ae84-f9307f0085d1" providerId="ADAL" clId="{73137A53-3FBC-4175-81ED-A18AFFE783C5}" dt="2025-10-30T03:02:20.133" v="444" actId="26606"/>
          <ac:spMkLst>
            <pc:docMk/>
            <pc:sldMk cId="3410436337" sldId="267"/>
            <ac:spMk id="4" creationId="{F3060C83-F051-4F0E-ABAD-AA0DFC48B218}"/>
          </ac:spMkLst>
        </pc:spChg>
        <pc:spChg chg="add del">
          <ac:chgData name="Mykyta Shevelov" userId="504f2c41-5ce0-44c6-ae84-f9307f0085d1" providerId="ADAL" clId="{73137A53-3FBC-4175-81ED-A18AFFE783C5}" dt="2025-10-30T03:02:20.133" v="444" actId="26606"/>
          <ac:spMkLst>
            <pc:docMk/>
            <pc:sldMk cId="3410436337" sldId="267"/>
            <ac:spMk id="5" creationId="{83C98ABE-055B-441F-B07E-44F97F083C39}"/>
          </ac:spMkLst>
        </pc:spChg>
        <pc:spChg chg="add del">
          <ac:chgData name="Mykyta Shevelov" userId="504f2c41-5ce0-44c6-ae84-f9307f0085d1" providerId="ADAL" clId="{73137A53-3FBC-4175-81ED-A18AFFE783C5}" dt="2025-10-30T03:02:20.133" v="444" actId="26606"/>
          <ac:spMkLst>
            <pc:docMk/>
            <pc:sldMk cId="3410436337" sldId="267"/>
            <ac:spMk id="6" creationId="{29FDB030-9B49-4CED-8CCD-4D99382388AC}"/>
          </ac:spMkLst>
        </pc:spChg>
        <pc:spChg chg="add del">
          <ac:chgData name="Mykyta Shevelov" userId="504f2c41-5ce0-44c6-ae84-f9307f0085d1" providerId="ADAL" clId="{73137A53-3FBC-4175-81ED-A18AFFE783C5}" dt="2025-10-30T03:02:16.212" v="435" actId="26606"/>
          <ac:spMkLst>
            <pc:docMk/>
            <pc:sldMk cId="3410436337" sldId="267"/>
            <ac:spMk id="7" creationId="{01D0AF59-99C3-4251-AB9A-C966C6AD4400}"/>
          </ac:spMkLst>
        </pc:spChg>
        <pc:spChg chg="add del">
          <ac:chgData name="Mykyta Shevelov" userId="504f2c41-5ce0-44c6-ae84-f9307f0085d1" providerId="ADAL" clId="{73137A53-3FBC-4175-81ED-A18AFFE783C5}" dt="2025-10-30T03:02:20.133" v="444" actId="26606"/>
          <ac:spMkLst>
            <pc:docMk/>
            <pc:sldMk cId="3410436337" sldId="267"/>
            <ac:spMk id="8" creationId="{3783CA14-24A1-485C-8B30-D6A5D87987AD}"/>
          </ac:spMkLst>
        </pc:spChg>
        <pc:spChg chg="add del">
          <ac:chgData name="Mykyta Shevelov" userId="504f2c41-5ce0-44c6-ae84-f9307f0085d1" providerId="ADAL" clId="{73137A53-3FBC-4175-81ED-A18AFFE783C5}" dt="2025-10-30T03:02:16.212" v="435" actId="26606"/>
          <ac:spMkLst>
            <pc:docMk/>
            <pc:sldMk cId="3410436337" sldId="267"/>
            <ac:spMk id="9" creationId="{1855405F-37A2-4869-9154-F8BE3BECE6C3}"/>
          </ac:spMkLst>
        </pc:spChg>
        <pc:spChg chg="add del">
          <ac:chgData name="Mykyta Shevelov" userId="504f2c41-5ce0-44c6-ae84-f9307f0085d1" providerId="ADAL" clId="{73137A53-3FBC-4175-81ED-A18AFFE783C5}" dt="2025-10-30T03:02:20.133" v="444" actId="26606"/>
          <ac:spMkLst>
            <pc:docMk/>
            <pc:sldMk cId="3410436337" sldId="267"/>
            <ac:spMk id="10" creationId="{9A97C86A-04D6-40F7-AE84-31AB43E6A846}"/>
          </ac:spMkLst>
        </pc:spChg>
        <pc:spChg chg="add del">
          <ac:chgData name="Mykyta Shevelov" userId="504f2c41-5ce0-44c6-ae84-f9307f0085d1" providerId="ADAL" clId="{73137A53-3FBC-4175-81ED-A18AFFE783C5}" dt="2025-10-30T03:02:17.429" v="438" actId="26606"/>
          <ac:spMkLst>
            <pc:docMk/>
            <pc:sldMk cId="3410436337" sldId="267"/>
            <ac:spMk id="11" creationId="{29FDB030-9B49-4CED-8CCD-4D99382388AC}"/>
          </ac:spMkLst>
        </pc:spChg>
        <pc:spChg chg="add del">
          <ac:chgData name="Mykyta Shevelov" userId="504f2c41-5ce0-44c6-ae84-f9307f0085d1" providerId="ADAL" clId="{73137A53-3FBC-4175-81ED-A18AFFE783C5}" dt="2025-10-30T03:02:17.429" v="438" actId="26606"/>
          <ac:spMkLst>
            <pc:docMk/>
            <pc:sldMk cId="3410436337" sldId="267"/>
            <ac:spMk id="12" creationId="{F3060C83-F051-4F0E-ABAD-AA0DFC48B218}"/>
          </ac:spMkLst>
        </pc:spChg>
        <pc:spChg chg="add del">
          <ac:chgData name="Mykyta Shevelov" userId="504f2c41-5ce0-44c6-ae84-f9307f0085d1" providerId="ADAL" clId="{73137A53-3FBC-4175-81ED-A18AFFE783C5}" dt="2025-10-30T03:02:17.429" v="438" actId="26606"/>
          <ac:spMkLst>
            <pc:docMk/>
            <pc:sldMk cId="3410436337" sldId="267"/>
            <ac:spMk id="13" creationId="{3783CA14-24A1-485C-8B30-D6A5D87987AD}"/>
          </ac:spMkLst>
        </pc:spChg>
        <pc:spChg chg="add del">
          <ac:chgData name="Mykyta Shevelov" userId="504f2c41-5ce0-44c6-ae84-f9307f0085d1" providerId="ADAL" clId="{73137A53-3FBC-4175-81ED-A18AFFE783C5}" dt="2025-10-30T03:02:17.429" v="438" actId="26606"/>
          <ac:spMkLst>
            <pc:docMk/>
            <pc:sldMk cId="3410436337" sldId="267"/>
            <ac:spMk id="14" creationId="{83C98ABE-055B-441F-B07E-44F97F083C39}"/>
          </ac:spMkLst>
        </pc:spChg>
        <pc:spChg chg="add del">
          <ac:chgData name="Mykyta Shevelov" userId="504f2c41-5ce0-44c6-ae84-f9307f0085d1" providerId="ADAL" clId="{73137A53-3FBC-4175-81ED-A18AFFE783C5}" dt="2025-10-30T03:02:17.429" v="438" actId="26606"/>
          <ac:spMkLst>
            <pc:docMk/>
            <pc:sldMk cId="3410436337" sldId="267"/>
            <ac:spMk id="15" creationId="{9A97C86A-04D6-40F7-AE84-31AB43E6A846}"/>
          </ac:spMkLst>
        </pc:spChg>
        <pc:spChg chg="add del">
          <ac:chgData name="Mykyta Shevelov" userId="504f2c41-5ce0-44c6-ae84-f9307f0085d1" providerId="ADAL" clId="{73137A53-3FBC-4175-81ED-A18AFFE783C5}" dt="2025-10-30T03:02:20.133" v="444" actId="26606"/>
          <ac:spMkLst>
            <pc:docMk/>
            <pc:sldMk cId="3410436337" sldId="267"/>
            <ac:spMk id="16" creationId="{FF9F2414-84E8-453E-B1F3-389FDE8192D9}"/>
          </ac:spMkLst>
        </pc:spChg>
        <pc:spChg chg="add del">
          <ac:chgData name="Mykyta Shevelov" userId="504f2c41-5ce0-44c6-ae84-f9307f0085d1" providerId="ADAL" clId="{73137A53-3FBC-4175-81ED-A18AFFE783C5}" dt="2025-10-30T03:02:17.429" v="438" actId="26606"/>
          <ac:spMkLst>
            <pc:docMk/>
            <pc:sldMk cId="3410436337" sldId="267"/>
            <ac:spMk id="17" creationId="{FF9F2414-84E8-453E-B1F3-389FDE8192D9}"/>
          </ac:spMkLst>
        </pc:spChg>
        <pc:spChg chg="add del">
          <ac:chgData name="Mykyta Shevelov" userId="504f2c41-5ce0-44c6-ae84-f9307f0085d1" providerId="ADAL" clId="{73137A53-3FBC-4175-81ED-A18AFFE783C5}" dt="2025-10-30T03:02:20.133" v="444" actId="26606"/>
          <ac:spMkLst>
            <pc:docMk/>
            <pc:sldMk cId="3410436337" sldId="267"/>
            <ac:spMk id="18" creationId="{3ECA69A1-7536-43AC-85EF-C7106179F5ED}"/>
          </ac:spMkLst>
        </pc:spChg>
        <pc:spChg chg="add del">
          <ac:chgData name="Mykyta Shevelov" userId="504f2c41-5ce0-44c6-ae84-f9307f0085d1" providerId="ADAL" clId="{73137A53-3FBC-4175-81ED-A18AFFE783C5}" dt="2025-10-30T03:02:17.429" v="438" actId="26606"/>
          <ac:spMkLst>
            <pc:docMk/>
            <pc:sldMk cId="3410436337" sldId="267"/>
            <ac:spMk id="19" creationId="{3ECA69A1-7536-43AC-85EF-C7106179F5ED}"/>
          </ac:spMkLst>
        </pc:spChg>
        <pc:graphicFrameChg chg="add mod">
          <ac:chgData name="Mykyta Shevelov" userId="504f2c41-5ce0-44c6-ae84-f9307f0085d1" providerId="ADAL" clId="{73137A53-3FBC-4175-81ED-A18AFFE783C5}" dt="2025-10-30T03:02:20.148" v="445" actId="26606"/>
          <ac:graphicFrameMkLst>
            <pc:docMk/>
            <pc:sldMk cId="3410436337" sldId="267"/>
            <ac:graphicFrameMk id="2" creationId="{F61FBFD9-455B-94BA-5DA4-3901CEC45D47}"/>
          </ac:graphicFrameMkLst>
        </pc:graphicFrameChg>
      </pc:sldChg>
      <pc:sldChg chg="addSp modSp new del mod setBg">
        <pc:chgData name="Mykyta Shevelov" userId="504f2c41-5ce0-44c6-ae84-f9307f0085d1" providerId="ADAL" clId="{73137A53-3FBC-4175-81ED-A18AFFE783C5}" dt="2025-10-30T02:55:56.748" v="301" actId="2696"/>
        <pc:sldMkLst>
          <pc:docMk/>
          <pc:sldMk cId="4000744117" sldId="267"/>
        </pc:sldMkLst>
        <pc:graphicFrameChg chg="add mod">
          <ac:chgData name="Mykyta Shevelov" userId="504f2c41-5ce0-44c6-ae84-f9307f0085d1" providerId="ADAL" clId="{73137A53-3FBC-4175-81ED-A18AFFE783C5}" dt="2025-10-30T02:55:24.090" v="292" actId="26606"/>
          <ac:graphicFrameMkLst>
            <pc:docMk/>
            <pc:sldMk cId="4000744117" sldId="267"/>
            <ac:graphicFrameMk id="2" creationId="{9863F7E5-7825-134F-D098-BACE369142F8}"/>
          </ac:graphicFrameMkLst>
        </pc:graphicFrameChg>
      </pc:sldChg>
      <pc:sldChg chg="addSp modSp new del mod setBg">
        <pc:chgData name="Mykyta Shevelov" userId="504f2c41-5ce0-44c6-ae84-f9307f0085d1" providerId="ADAL" clId="{73137A53-3FBC-4175-81ED-A18AFFE783C5}" dt="2025-10-30T03:09:43.224" v="513" actId="2696"/>
        <pc:sldMkLst>
          <pc:docMk/>
          <pc:sldMk cId="4136108199" sldId="267"/>
        </pc:sldMkLst>
        <pc:graphicFrameChg chg="add mod">
          <ac:chgData name="Mykyta Shevelov" userId="504f2c41-5ce0-44c6-ae84-f9307f0085d1" providerId="ADAL" clId="{73137A53-3FBC-4175-81ED-A18AFFE783C5}" dt="2025-10-30T03:09:11.059" v="502" actId="26606"/>
          <ac:graphicFrameMkLst>
            <pc:docMk/>
            <pc:sldMk cId="4136108199" sldId="267"/>
            <ac:graphicFrameMk id="2" creationId="{A9F37222-876C-372D-D5EE-6F7D03A78F34}"/>
          </ac:graphicFrameMkLst>
        </pc:graphicFrameChg>
      </pc:sldChg>
    </pc:docChg>
  </pc:docChgLst>
  <pc:docChgLst>
    <pc:chgData name="Mykyta Shevelov" userId="504f2c41-5ce0-44c6-ae84-f9307f0085d1" providerId="ADAL" clId="{BC1DBAC3-C705-45D8-8094-4924A100085B}"/>
    <pc:docChg chg="undo custSel addSld delSld modSld">
      <pc:chgData name="Mykyta Shevelov" userId="504f2c41-5ce0-44c6-ae84-f9307f0085d1" providerId="ADAL" clId="{BC1DBAC3-C705-45D8-8094-4924A100085B}" dt="2025-09-06T00:07:52.248" v="3268" actId="115"/>
      <pc:docMkLst>
        <pc:docMk/>
      </pc:docMkLst>
      <pc:sldChg chg="modSp mod">
        <pc:chgData name="Mykyta Shevelov" userId="504f2c41-5ce0-44c6-ae84-f9307f0085d1" providerId="ADAL" clId="{BC1DBAC3-C705-45D8-8094-4924A100085B}" dt="2025-08-30T02:29:53.954" v="70" actId="20577"/>
        <pc:sldMkLst>
          <pc:docMk/>
          <pc:sldMk cId="2573767670" sldId="256"/>
        </pc:sldMkLst>
      </pc:sldChg>
      <pc:sldChg chg="modSp mod">
        <pc:chgData name="Mykyta Shevelov" userId="504f2c41-5ce0-44c6-ae84-f9307f0085d1" providerId="ADAL" clId="{BC1DBAC3-C705-45D8-8094-4924A100085B}" dt="2025-09-06T00:03:29.654" v="3224" actId="20577"/>
        <pc:sldMkLst>
          <pc:docMk/>
          <pc:sldMk cId="3822917476" sldId="257"/>
        </pc:sldMkLst>
      </pc:sldChg>
      <pc:sldChg chg="addSp delSp modSp new mod">
        <pc:chgData name="Mykyta Shevelov" userId="504f2c41-5ce0-44c6-ae84-f9307f0085d1" providerId="ADAL" clId="{BC1DBAC3-C705-45D8-8094-4924A100085B}" dt="2025-09-06T00:04:14.243" v="3230" actId="20577"/>
        <pc:sldMkLst>
          <pc:docMk/>
          <pc:sldMk cId="3851360407" sldId="258"/>
        </pc:sldMkLst>
      </pc:sldChg>
      <pc:sldChg chg="del">
        <pc:chgData name="Mykyta Shevelov" userId="504f2c41-5ce0-44c6-ae84-f9307f0085d1" providerId="ADAL" clId="{BC1DBAC3-C705-45D8-8094-4924A100085B}" dt="2025-08-30T02:24:47.272" v="0" actId="2696"/>
        <pc:sldMkLst>
          <pc:docMk/>
          <pc:sldMk cId="4062781063" sldId="258"/>
        </pc:sldMkLst>
      </pc:sldChg>
      <pc:sldChg chg="addSp delSp modSp new mod">
        <pc:chgData name="Mykyta Shevelov" userId="504f2c41-5ce0-44c6-ae84-f9307f0085d1" providerId="ADAL" clId="{BC1DBAC3-C705-45D8-8094-4924A100085B}" dt="2025-09-06T00:04:49.937" v="3242" actId="1076"/>
        <pc:sldMkLst>
          <pc:docMk/>
          <pc:sldMk cId="3260211671" sldId="259"/>
        </pc:sldMkLst>
      </pc:sldChg>
      <pc:sldChg chg="addSp delSp modSp new mod">
        <pc:chgData name="Mykyta Shevelov" userId="504f2c41-5ce0-44c6-ae84-f9307f0085d1" providerId="ADAL" clId="{BC1DBAC3-C705-45D8-8094-4924A100085B}" dt="2025-09-06T00:05:00.235" v="3248" actId="20577"/>
        <pc:sldMkLst>
          <pc:docMk/>
          <pc:sldMk cId="1433698565" sldId="260"/>
        </pc:sldMkLst>
      </pc:sldChg>
      <pc:sldChg chg="addSp delSp modSp new mod setBg">
        <pc:chgData name="Mykyta Shevelov" userId="504f2c41-5ce0-44c6-ae84-f9307f0085d1" providerId="ADAL" clId="{BC1DBAC3-C705-45D8-8094-4924A100085B}" dt="2025-09-06T00:05:12.392" v="3253" actId="20577"/>
        <pc:sldMkLst>
          <pc:docMk/>
          <pc:sldMk cId="2430590779" sldId="261"/>
        </pc:sldMkLst>
      </pc:sldChg>
      <pc:sldChg chg="modSp mod">
        <pc:chgData name="Mykyta Shevelov" userId="504f2c41-5ce0-44c6-ae84-f9307f0085d1" providerId="ADAL" clId="{BC1DBAC3-C705-45D8-8094-4924A100085B}" dt="2025-09-06T00:07:27.068" v="3265" actId="255"/>
        <pc:sldMkLst>
          <pc:docMk/>
          <pc:sldMk cId="4239788048" sldId="262"/>
        </pc:sldMkLst>
      </pc:sldChg>
      <pc:sldChg chg="addSp delSp modSp new mod">
        <pc:chgData name="Mykyta Shevelov" userId="504f2c41-5ce0-44c6-ae84-f9307f0085d1" providerId="ADAL" clId="{BC1DBAC3-C705-45D8-8094-4924A100085B}" dt="2025-09-06T00:07:52.248" v="3268" actId="115"/>
        <pc:sldMkLst>
          <pc:docMk/>
          <pc:sldMk cId="2122929222" sldId="264"/>
        </pc:sldMkLst>
      </pc:sldChg>
      <pc:sldChg chg="addSp delSp modSp new mod">
        <pc:chgData name="Mykyta Shevelov" userId="504f2c41-5ce0-44c6-ae84-f9307f0085d1" providerId="ADAL" clId="{BC1DBAC3-C705-45D8-8094-4924A100085B}" dt="2025-09-06T00:02:10.315" v="3216" actId="20577"/>
        <pc:sldMkLst>
          <pc:docMk/>
          <pc:sldMk cId="4027593556" sldId="265"/>
        </pc:sldMkLst>
      </pc:sldChg>
      <pc:sldChg chg="addSp delSp modSp new mod">
        <pc:chgData name="Mykyta Shevelov" userId="504f2c41-5ce0-44c6-ae84-f9307f0085d1" providerId="ADAL" clId="{BC1DBAC3-C705-45D8-8094-4924A100085B}" dt="2025-09-06T00:01:23.157" v="3212" actId="20577"/>
        <pc:sldMkLst>
          <pc:docMk/>
          <pc:sldMk cId="3608262343" sldId="26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cantirecorp-my.sharepoint.com/personal/mykyta_shevelov_cantire_com/Documents/Desktop/Nick/origin_fees_project_dry_run%20-%20Copy/data_clean/Origin_Fees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cantirecorp-my.sharepoint.com/personal/mykyta_shevelov_cantire_com/Documents/Desktop/Nick/origin_fees_project_dry_run%20-%20Copy/data_clean/Origin_Fees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cantirecorp-my.sharepoint.com/personal/mykyta_shevelov_cantire_com/Documents/Desktop/Nick/origin_fees_project_dry_run%20-%20Copy/data_clean/Origin_Fees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cantirecorp-my.sharepoint.com/personal/mykyta_shevelov_cantire_com/Documents/Desktop/Nick/origin_fees_project_dry_run%20-%20Copy/data_clean/Origin_Fees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[Origin_Fees_Analysis.xlsx]Visuals and Statistics!PivotTable1</c:name>
    <c:fmtId val="5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'Visuals and Statistics'!$Q$14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'Visuals and Statistics'!$O$15:$P$25</c:f>
              <c:multiLvlStrCache>
                <c:ptCount val="10"/>
                <c:lvl>
                  <c:pt idx="0">
                    <c:v>Carrier J</c:v>
                  </c:pt>
                  <c:pt idx="1">
                    <c:v>Carrier I</c:v>
                  </c:pt>
                  <c:pt idx="2">
                    <c:v>Carrier H</c:v>
                  </c:pt>
                  <c:pt idx="3">
                    <c:v>Carrier G</c:v>
                  </c:pt>
                  <c:pt idx="4">
                    <c:v>Carrier F</c:v>
                  </c:pt>
                  <c:pt idx="5">
                    <c:v>Carrier E</c:v>
                  </c:pt>
                  <c:pt idx="6">
                    <c:v>Carrier D</c:v>
                  </c:pt>
                  <c:pt idx="7">
                    <c:v>Carrier C</c:v>
                  </c:pt>
                  <c:pt idx="8">
                    <c:v>Carrier B</c:v>
                  </c:pt>
                  <c:pt idx="9">
                    <c:v>Carrier A</c:v>
                  </c:pt>
                </c:lvl>
                <c:lvl>
                  <c:pt idx="0">
                    <c:v> 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</c:v>
                  </c:pt>
                  <c:pt idx="4">
                    <c:v>     </c:v>
                  </c:pt>
                  <c:pt idx="5">
                    <c:v>      </c:v>
                  </c:pt>
                  <c:pt idx="6">
                    <c:v>       </c:v>
                  </c:pt>
                  <c:pt idx="7">
                    <c:v>        </c:v>
                  </c:pt>
                  <c:pt idx="8">
                    <c:v>         </c:v>
                  </c:pt>
                  <c:pt idx="9">
                    <c:v>          </c:v>
                  </c:pt>
                </c:lvl>
              </c:multiLvlStrCache>
            </c:multiLvlStrRef>
          </c:cat>
          <c:val>
            <c:numRef>
              <c:f>'Visuals and Statistics'!$Q$15:$Q$25</c:f>
              <c:numCache>
                <c:formatCode>"$"#,##0_);\("$"#,##0\)</c:formatCode>
                <c:ptCount val="10"/>
                <c:pt idx="0">
                  <c:v>35240.398500000068</c:v>
                </c:pt>
                <c:pt idx="1">
                  <c:v>59862.254000000001</c:v>
                </c:pt>
                <c:pt idx="2">
                  <c:v>103058.4225</c:v>
                </c:pt>
                <c:pt idx="3">
                  <c:v>118026.04400000027</c:v>
                </c:pt>
                <c:pt idx="4">
                  <c:v>154844.95760000151</c:v>
                </c:pt>
                <c:pt idx="5">
                  <c:v>175008.43886999923</c:v>
                </c:pt>
                <c:pt idx="6">
                  <c:v>380611.87361000193</c:v>
                </c:pt>
                <c:pt idx="7">
                  <c:v>425788.26850000781</c:v>
                </c:pt>
                <c:pt idx="8">
                  <c:v>491546.82919001661</c:v>
                </c:pt>
                <c:pt idx="9">
                  <c:v>516254.47087000759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1F-4B32-89EB-D558FD0796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489592448"/>
        <c:axId val="489575168"/>
      </c:barChart>
      <c:catAx>
        <c:axId val="48959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575168"/>
        <c:crosses val="autoZero"/>
        <c:auto val="1"/>
        <c:lblAlgn val="ctr"/>
        <c:lblOffset val="100"/>
        <c:noMultiLvlLbl val="0"/>
      </c:catAx>
      <c:valAx>
        <c:axId val="4895751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##0_);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9592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[Origin_Fees_Analysis.xlsx]Visuals and Statistics!PivotTable2</c:name>
    <c:fmtId val="3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layout>
            <c:manualLayout>
              <c:x val="3.5989190062758691E-2"/>
              <c:y val="-6.5040650406504065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4.1906014598802249E-2"/>
              <c:y val="1.626016260162601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layout>
            <c:manualLayout>
              <c:x val="5.197416029951786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layout>
            <c:manualLayout>
              <c:x val="5.7466757647312329E-2"/>
              <c:y val="1.626016260162601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layout>
            <c:manualLayout>
              <c:x val="6.5429120390737935E-2"/>
              <c:y val="1.626016260162601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layout>
            <c:manualLayout>
              <c:x val="7.0406539832463935E-2"/>
              <c:y val="4.878048780487804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layout>
            <c:manualLayout>
              <c:x val="0.12111250774382955"/>
              <c:y val="1.6260162601626016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layout>
            <c:manualLayout>
              <c:x val="0.13694260138805339"/>
              <c:y val="4.8780487804878049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layout>
            <c:manualLayout>
              <c:x val="0.15430529992188824"/>
              <c:y val="-3.2520325203252032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layout>
            <c:manualLayout>
              <c:x val="0.14466236902827284"/>
              <c:y val="1.6260162601625867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2"/>
          </a:solidFill>
          <a:ln>
            <a:noFill/>
          </a:ln>
          <a:effectLst/>
        </c:spPr>
      </c:pivotFmt>
      <c:pivotFmt>
        <c:idx val="45"/>
        <c:spPr>
          <a:solidFill>
            <a:schemeClr val="accent2"/>
          </a:solidFill>
          <a:ln>
            <a:noFill/>
          </a:ln>
          <a:effectLst/>
        </c:spPr>
      </c:pivotFmt>
      <c:pivotFmt>
        <c:idx val="46"/>
        <c:spPr>
          <a:solidFill>
            <a:schemeClr val="accent2"/>
          </a:solidFill>
          <a:ln>
            <a:noFill/>
          </a:ln>
          <a:effectLst/>
        </c:spPr>
      </c:pivotFmt>
      <c:pivotFmt>
        <c:idx val="47"/>
        <c:spPr>
          <a:solidFill>
            <a:schemeClr val="accent2"/>
          </a:solidFill>
          <a:ln>
            <a:noFill/>
          </a:ln>
          <a:effectLst/>
        </c:spPr>
      </c:pivotFmt>
      <c:pivotFmt>
        <c:idx val="48"/>
        <c:spPr>
          <a:solidFill>
            <a:schemeClr val="accent2"/>
          </a:solidFill>
          <a:ln>
            <a:noFill/>
          </a:ln>
          <a:effectLst/>
        </c:spPr>
      </c:pivotFmt>
      <c:pivotFmt>
        <c:idx val="49"/>
        <c:spPr>
          <a:solidFill>
            <a:schemeClr val="accent2"/>
          </a:solidFill>
          <a:ln>
            <a:noFill/>
          </a:ln>
          <a:effectLst/>
        </c:spPr>
      </c:pivotFmt>
      <c:pivotFmt>
        <c:idx val="50"/>
        <c:spPr>
          <a:solidFill>
            <a:schemeClr val="accent2"/>
          </a:solidFill>
          <a:ln>
            <a:noFill/>
          </a:ln>
          <a:effectLst/>
        </c:spPr>
      </c:pivotFmt>
      <c:pivotFmt>
        <c:idx val="51"/>
        <c:spPr>
          <a:solidFill>
            <a:schemeClr val="accent2"/>
          </a:solidFill>
          <a:ln>
            <a:noFill/>
          </a:ln>
          <a:effectLst/>
        </c:spPr>
      </c:pivotFmt>
      <c:pivotFmt>
        <c:idx val="52"/>
        <c:spPr>
          <a:solidFill>
            <a:schemeClr val="accent2"/>
          </a:solidFill>
          <a:ln>
            <a:noFill/>
          </a:ln>
          <a:effectLst/>
        </c:spPr>
      </c:pivotFmt>
      <c:pivotFmt>
        <c:idx val="53"/>
        <c:spPr>
          <a:solidFill>
            <a:schemeClr val="accent2"/>
          </a:solidFill>
          <a:ln>
            <a:noFill/>
          </a:ln>
          <a:effectLst/>
        </c:spPr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'Visuals and Statistics'!$Q$57</c:f>
              <c:strCache>
                <c:ptCount val="1"/>
                <c:pt idx="0">
                  <c:v>Total Origin Spend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'Visuals and Statistics'!$O$58:$P$68</c:f>
              <c:multiLvlStrCache>
                <c:ptCount val="10"/>
                <c:lvl>
                  <c:pt idx="0">
                    <c:v>Carrier J</c:v>
                  </c:pt>
                  <c:pt idx="1">
                    <c:v>Carrier I</c:v>
                  </c:pt>
                  <c:pt idx="2">
                    <c:v>Carrier H</c:v>
                  </c:pt>
                  <c:pt idx="3">
                    <c:v>Carrier G</c:v>
                  </c:pt>
                  <c:pt idx="4">
                    <c:v>Carrier F</c:v>
                  </c:pt>
                  <c:pt idx="5">
                    <c:v>Carrier E</c:v>
                  </c:pt>
                  <c:pt idx="6">
                    <c:v>Carrier D</c:v>
                  </c:pt>
                  <c:pt idx="7">
                    <c:v>Carrier C</c:v>
                  </c:pt>
                  <c:pt idx="8">
                    <c:v>Carrier B</c:v>
                  </c:pt>
                  <c:pt idx="9">
                    <c:v>Carrier A</c:v>
                  </c:pt>
                </c:lvl>
                <c:lvl>
                  <c:pt idx="0">
                    <c:v> 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</c:v>
                  </c:pt>
                  <c:pt idx="4">
                    <c:v>     </c:v>
                  </c:pt>
                  <c:pt idx="5">
                    <c:v>      </c:v>
                  </c:pt>
                  <c:pt idx="6">
                    <c:v>       </c:v>
                  </c:pt>
                  <c:pt idx="7">
                    <c:v>        </c:v>
                  </c:pt>
                  <c:pt idx="8">
                    <c:v>           </c:v>
                  </c:pt>
                  <c:pt idx="9">
                    <c:v>                      </c:v>
                  </c:pt>
                </c:lvl>
              </c:multiLvlStrCache>
            </c:multiLvlStrRef>
          </c:cat>
          <c:val>
            <c:numRef>
              <c:f>'Visuals and Statistics'!$Q$58:$Q$68</c:f>
              <c:numCache>
                <c:formatCode>"$"#,##0_);\("$"#,##0\)</c:formatCode>
                <c:ptCount val="10"/>
                <c:pt idx="0">
                  <c:v>35240.398500000068</c:v>
                </c:pt>
                <c:pt idx="1">
                  <c:v>59862.254000000001</c:v>
                </c:pt>
                <c:pt idx="2">
                  <c:v>103058.4225</c:v>
                </c:pt>
                <c:pt idx="3">
                  <c:v>118026.04400000027</c:v>
                </c:pt>
                <c:pt idx="4">
                  <c:v>154844.95760000151</c:v>
                </c:pt>
                <c:pt idx="5">
                  <c:v>175008.43886999923</c:v>
                </c:pt>
                <c:pt idx="6">
                  <c:v>380611.87361000193</c:v>
                </c:pt>
                <c:pt idx="7">
                  <c:v>425788.26850000781</c:v>
                </c:pt>
                <c:pt idx="8">
                  <c:v>491546.82919001661</c:v>
                </c:pt>
                <c:pt idx="9">
                  <c:v>516254.47087000759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68-4AAE-A3C4-B306710C66A4}"/>
            </c:ext>
          </c:extLst>
        </c:ser>
        <c:ser>
          <c:idx val="1"/>
          <c:order val="1"/>
          <c:tx>
            <c:strRef>
              <c:f>'Visuals and Statistics'!$R$57</c:f>
              <c:strCache>
                <c:ptCount val="1"/>
                <c:pt idx="0">
                  <c:v>THC Cost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E68-4AAE-A3C4-B306710C66A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E68-4AAE-A3C4-B306710C66A4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4E68-4AAE-A3C4-B306710C66A4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4E68-4AAE-A3C4-B306710C66A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4E68-4AAE-A3C4-B306710C66A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4E68-4AAE-A3C4-B306710C66A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4E68-4AAE-A3C4-B306710C66A4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4E68-4AAE-A3C4-B306710C66A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4E68-4AAE-A3C4-B306710C66A4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4E68-4AAE-A3C4-B306710C66A4}"/>
              </c:ext>
            </c:extLst>
          </c:dPt>
          <c:cat>
            <c:multiLvlStrRef>
              <c:f>'Visuals and Statistics'!$O$58:$P$68</c:f>
              <c:multiLvlStrCache>
                <c:ptCount val="10"/>
                <c:lvl>
                  <c:pt idx="0">
                    <c:v>Carrier J</c:v>
                  </c:pt>
                  <c:pt idx="1">
                    <c:v>Carrier I</c:v>
                  </c:pt>
                  <c:pt idx="2">
                    <c:v>Carrier H</c:v>
                  </c:pt>
                  <c:pt idx="3">
                    <c:v>Carrier G</c:v>
                  </c:pt>
                  <c:pt idx="4">
                    <c:v>Carrier F</c:v>
                  </c:pt>
                  <c:pt idx="5">
                    <c:v>Carrier E</c:v>
                  </c:pt>
                  <c:pt idx="6">
                    <c:v>Carrier D</c:v>
                  </c:pt>
                  <c:pt idx="7">
                    <c:v>Carrier C</c:v>
                  </c:pt>
                  <c:pt idx="8">
                    <c:v>Carrier B</c:v>
                  </c:pt>
                  <c:pt idx="9">
                    <c:v>Carrier A</c:v>
                  </c:pt>
                </c:lvl>
                <c:lvl>
                  <c:pt idx="0">
                    <c:v> 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</c:v>
                  </c:pt>
                  <c:pt idx="4">
                    <c:v>     </c:v>
                  </c:pt>
                  <c:pt idx="5">
                    <c:v>      </c:v>
                  </c:pt>
                  <c:pt idx="6">
                    <c:v>       </c:v>
                  </c:pt>
                  <c:pt idx="7">
                    <c:v>        </c:v>
                  </c:pt>
                  <c:pt idx="8">
                    <c:v>           </c:v>
                  </c:pt>
                  <c:pt idx="9">
                    <c:v>                      </c:v>
                  </c:pt>
                </c:lvl>
              </c:multiLvlStrCache>
            </c:multiLvlStrRef>
          </c:cat>
          <c:val>
            <c:numRef>
              <c:f>'Visuals and Statistics'!$R$58:$R$68</c:f>
              <c:numCache>
                <c:formatCode>"$"#,##0</c:formatCode>
                <c:ptCount val="10"/>
                <c:pt idx="0">
                  <c:v>31127.938500000029</c:v>
                </c:pt>
                <c:pt idx="1">
                  <c:v>59422.828999999991</c:v>
                </c:pt>
                <c:pt idx="2">
                  <c:v>83949.613500000036</c:v>
                </c:pt>
                <c:pt idx="3">
                  <c:v>90907.243999999046</c:v>
                </c:pt>
                <c:pt idx="4">
                  <c:v>145717.36810000168</c:v>
                </c:pt>
                <c:pt idx="5">
                  <c:v>149450.72386999984</c:v>
                </c:pt>
                <c:pt idx="6">
                  <c:v>323132.44331000128</c:v>
                </c:pt>
                <c:pt idx="7">
                  <c:v>335583.36850000313</c:v>
                </c:pt>
                <c:pt idx="8">
                  <c:v>375416.98519000335</c:v>
                </c:pt>
                <c:pt idx="9">
                  <c:v>466324.4098700005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4E68-4AAE-A3C4-B306710C66A4}"/>
            </c:ext>
          </c:extLst>
        </c:ser>
        <c:ser>
          <c:idx val="2"/>
          <c:order val="2"/>
          <c:tx>
            <c:strRef>
              <c:f>'Visuals and Statistics'!$S$57</c:f>
              <c:strCache>
                <c:ptCount val="1"/>
                <c:pt idx="0">
                  <c:v>Documentation Cost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'Visuals and Statistics'!$O$58:$P$68</c:f>
              <c:multiLvlStrCache>
                <c:ptCount val="10"/>
                <c:lvl>
                  <c:pt idx="0">
                    <c:v>Carrier J</c:v>
                  </c:pt>
                  <c:pt idx="1">
                    <c:v>Carrier I</c:v>
                  </c:pt>
                  <c:pt idx="2">
                    <c:v>Carrier H</c:v>
                  </c:pt>
                  <c:pt idx="3">
                    <c:v>Carrier G</c:v>
                  </c:pt>
                  <c:pt idx="4">
                    <c:v>Carrier F</c:v>
                  </c:pt>
                  <c:pt idx="5">
                    <c:v>Carrier E</c:v>
                  </c:pt>
                  <c:pt idx="6">
                    <c:v>Carrier D</c:v>
                  </c:pt>
                  <c:pt idx="7">
                    <c:v>Carrier C</c:v>
                  </c:pt>
                  <c:pt idx="8">
                    <c:v>Carrier B</c:v>
                  </c:pt>
                  <c:pt idx="9">
                    <c:v>Carrier A</c:v>
                  </c:pt>
                </c:lvl>
                <c:lvl>
                  <c:pt idx="0">
                    <c:v> 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</c:v>
                  </c:pt>
                  <c:pt idx="4">
                    <c:v>     </c:v>
                  </c:pt>
                  <c:pt idx="5">
                    <c:v>      </c:v>
                  </c:pt>
                  <c:pt idx="6">
                    <c:v>       </c:v>
                  </c:pt>
                  <c:pt idx="7">
                    <c:v>        </c:v>
                  </c:pt>
                  <c:pt idx="8">
                    <c:v>           </c:v>
                  </c:pt>
                  <c:pt idx="9">
                    <c:v>                      </c:v>
                  </c:pt>
                </c:lvl>
              </c:multiLvlStrCache>
            </c:multiLvlStrRef>
          </c:cat>
          <c:val>
            <c:numRef>
              <c:f>'Visuals and Statistics'!$S$58:$S$68</c:f>
              <c:numCache>
                <c:formatCode>"$"#,##0</c:formatCode>
                <c:ptCount val="10"/>
                <c:pt idx="0">
                  <c:v>3798.5850000000037</c:v>
                </c:pt>
                <c:pt idx="1">
                  <c:v>439.42499999999995</c:v>
                </c:pt>
                <c:pt idx="2">
                  <c:v>17853.308999999997</c:v>
                </c:pt>
                <c:pt idx="3">
                  <c:v>27118.800000000185</c:v>
                </c:pt>
                <c:pt idx="4">
                  <c:v>3101.1895000000063</c:v>
                </c:pt>
                <c:pt idx="5">
                  <c:v>25181.065000000133</c:v>
                </c:pt>
                <c:pt idx="6">
                  <c:v>53650.155300000733</c:v>
                </c:pt>
                <c:pt idx="7">
                  <c:v>89200.49999999888</c:v>
                </c:pt>
                <c:pt idx="8">
                  <c:v>104014.26899999814</c:v>
                </c:pt>
                <c:pt idx="9">
                  <c:v>40199.936000000482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E68-4AAE-A3C4-B306710C66A4}"/>
            </c:ext>
          </c:extLst>
        </c:ser>
        <c:ser>
          <c:idx val="3"/>
          <c:order val="3"/>
          <c:tx>
            <c:strRef>
              <c:f>'Visuals and Statistics'!$T$57</c:f>
              <c:strCache>
                <c:ptCount val="1"/>
                <c:pt idx="0">
                  <c:v>Booking Cost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multiLvlStrRef>
              <c:f>'Visuals and Statistics'!$O$58:$P$68</c:f>
              <c:multiLvlStrCache>
                <c:ptCount val="10"/>
                <c:lvl>
                  <c:pt idx="0">
                    <c:v>Carrier J</c:v>
                  </c:pt>
                  <c:pt idx="1">
                    <c:v>Carrier I</c:v>
                  </c:pt>
                  <c:pt idx="2">
                    <c:v>Carrier H</c:v>
                  </c:pt>
                  <c:pt idx="3">
                    <c:v>Carrier G</c:v>
                  </c:pt>
                  <c:pt idx="4">
                    <c:v>Carrier F</c:v>
                  </c:pt>
                  <c:pt idx="5">
                    <c:v>Carrier E</c:v>
                  </c:pt>
                  <c:pt idx="6">
                    <c:v>Carrier D</c:v>
                  </c:pt>
                  <c:pt idx="7">
                    <c:v>Carrier C</c:v>
                  </c:pt>
                  <c:pt idx="8">
                    <c:v>Carrier B</c:v>
                  </c:pt>
                  <c:pt idx="9">
                    <c:v>Carrier A</c:v>
                  </c:pt>
                </c:lvl>
                <c:lvl>
                  <c:pt idx="0">
                    <c:v> 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</c:v>
                  </c:pt>
                  <c:pt idx="4">
                    <c:v>     </c:v>
                  </c:pt>
                  <c:pt idx="5">
                    <c:v>      </c:v>
                  </c:pt>
                  <c:pt idx="6">
                    <c:v>       </c:v>
                  </c:pt>
                  <c:pt idx="7">
                    <c:v>        </c:v>
                  </c:pt>
                  <c:pt idx="8">
                    <c:v>           </c:v>
                  </c:pt>
                  <c:pt idx="9">
                    <c:v>                      </c:v>
                  </c:pt>
                </c:lvl>
              </c:multiLvlStrCache>
            </c:multiLvlStrRef>
          </c:cat>
          <c:val>
            <c:numRef>
              <c:f>'Visuals and Statistics'!$T$58:$T$68</c:f>
              <c:numCache>
                <c:formatCode>"$"#,##0</c:formatCode>
                <c:ptCount val="10"/>
                <c:pt idx="0">
                  <c:v>313.875</c:v>
                </c:pt>
                <c:pt idx="1">
                  <c:v>0</c:v>
                </c:pt>
                <c:pt idx="2">
                  <c:v>1255.5</c:v>
                </c:pt>
                <c:pt idx="3">
                  <c:v>0</c:v>
                </c:pt>
                <c:pt idx="4">
                  <c:v>6026.4000000000115</c:v>
                </c:pt>
                <c:pt idx="5">
                  <c:v>376.65</c:v>
                </c:pt>
                <c:pt idx="6">
                  <c:v>3829.2750000000037</c:v>
                </c:pt>
                <c:pt idx="7">
                  <c:v>1004.3999999999997</c:v>
                </c:pt>
                <c:pt idx="8">
                  <c:v>12115.574999999959</c:v>
                </c:pt>
                <c:pt idx="9">
                  <c:v>9730.1249999999727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4E68-4AAE-A3C4-B306710C66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51210943"/>
        <c:axId val="651184063"/>
      </c:barChart>
      <c:catAx>
        <c:axId val="65121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1184063"/>
        <c:crosses val="autoZero"/>
        <c:auto val="1"/>
        <c:lblAlgn val="ctr"/>
        <c:lblOffset val="100"/>
        <c:noMultiLvlLbl val="0"/>
      </c:catAx>
      <c:valAx>
        <c:axId val="651184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##0_);\(&quot;$&quot;#,##0\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1210943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[Origin_Fees_Analysis.xlsx]Visuals and Statistics!PivotTable3</c:name>
    <c:fmtId val="4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'Visuals and Statistics'!$R$89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'Visuals and Statistics'!$O$90:$Q$115</c:f>
              <c:multiLvlStrCache>
                <c:ptCount val="25"/>
                <c:lvl>
                  <c:pt idx="0">
                    <c:v>FOB NINGBO</c:v>
                  </c:pt>
                  <c:pt idx="1">
                    <c:v>FOB BUSAN</c:v>
                  </c:pt>
                  <c:pt idx="2">
                    <c:v>FOB SHANGHAI</c:v>
                  </c:pt>
                  <c:pt idx="3">
                    <c:v>FOB XIAMEN</c:v>
                  </c:pt>
                  <c:pt idx="4">
                    <c:v>FOB YANTIAN</c:v>
                  </c:pt>
                  <c:pt idx="5">
                    <c:v>FOB NINGBO</c:v>
                  </c:pt>
                  <c:pt idx="6">
                    <c:v>FOB YANTIAN</c:v>
                  </c:pt>
                  <c:pt idx="7">
                    <c:v>FOB BUSAN</c:v>
                  </c:pt>
                  <c:pt idx="8">
                    <c:v>FOB XIAMEN</c:v>
                  </c:pt>
                  <c:pt idx="9">
                    <c:v>FOB SHENZHEN</c:v>
                  </c:pt>
                  <c:pt idx="10">
                    <c:v>FOB BUSAN</c:v>
                  </c:pt>
                  <c:pt idx="11">
                    <c:v>FOB NINGBO</c:v>
                  </c:pt>
                  <c:pt idx="12">
                    <c:v>FOB PHNOM PENH</c:v>
                  </c:pt>
                  <c:pt idx="13">
                    <c:v>FOB CHATTOGRAM</c:v>
                  </c:pt>
                  <c:pt idx="14">
                    <c:v>FOB XIAMEN</c:v>
                  </c:pt>
                  <c:pt idx="15">
                    <c:v>FOB YANTIAN</c:v>
                  </c:pt>
                  <c:pt idx="16">
                    <c:v>FOB NINGBO</c:v>
                  </c:pt>
                  <c:pt idx="17">
                    <c:v>FOB BUSAN</c:v>
                  </c:pt>
                  <c:pt idx="18">
                    <c:v>FOB XIAMEN</c:v>
                  </c:pt>
                  <c:pt idx="19">
                    <c:v>FOB SHENZHEN</c:v>
                  </c:pt>
                  <c:pt idx="20">
                    <c:v>FOB NINGBO</c:v>
                  </c:pt>
                  <c:pt idx="21">
                    <c:v>FOB SHANGHAI</c:v>
                  </c:pt>
                  <c:pt idx="22">
                    <c:v>FOB BUSAN</c:v>
                  </c:pt>
                  <c:pt idx="23">
                    <c:v>FOB PHNOM PENH</c:v>
                  </c:pt>
                  <c:pt idx="24">
                    <c:v>FOB KAOHSIUNG</c:v>
                  </c:pt>
                </c:lvl>
                <c:lvl>
                  <c:pt idx="0">
                    <c:v>Carrier B</c:v>
                  </c:pt>
                  <c:pt idx="5">
                    <c:v>Carrier C</c:v>
                  </c:pt>
                  <c:pt idx="10">
                    <c:v>Carrier A</c:v>
                  </c:pt>
                  <c:pt idx="15">
                    <c:v>Carrier D</c:v>
                  </c:pt>
                  <c:pt idx="20">
                    <c:v>Carrier F</c:v>
                  </c:pt>
                </c:lvl>
                <c:lvl>
                  <c:pt idx="0">
                    <c:v> </c:v>
                  </c:pt>
                  <c:pt idx="5">
                    <c:v>  </c:v>
                  </c:pt>
                  <c:pt idx="10">
                    <c:v>     </c:v>
                  </c:pt>
                  <c:pt idx="15">
                    <c:v>      </c:v>
                  </c:pt>
                  <c:pt idx="20">
                    <c:v>        </c:v>
                  </c:pt>
                </c:lvl>
              </c:multiLvlStrCache>
            </c:multiLvlStrRef>
          </c:cat>
          <c:val>
            <c:numRef>
              <c:f>'Visuals and Statistics'!$R$90:$R$115</c:f>
              <c:numCache>
                <c:formatCode>"$"#,\k</c:formatCode>
                <c:ptCount val="25"/>
                <c:pt idx="0">
                  <c:v>266281.50599999406</c:v>
                </c:pt>
                <c:pt idx="1">
                  <c:v>76742.55159999957</c:v>
                </c:pt>
                <c:pt idx="2">
                  <c:v>46200.725999999951</c:v>
                </c:pt>
                <c:pt idx="3">
                  <c:v>40091.184000000096</c:v>
                </c:pt>
                <c:pt idx="4">
                  <c:v>32960.366399999824</c:v>
                </c:pt>
                <c:pt idx="5">
                  <c:v>212874.20999999574</c:v>
                </c:pt>
                <c:pt idx="6">
                  <c:v>64828.056000000477</c:v>
                </c:pt>
                <c:pt idx="7">
                  <c:v>55532.79600000014</c:v>
                </c:pt>
                <c:pt idx="8">
                  <c:v>31996.417499999909</c:v>
                </c:pt>
                <c:pt idx="9">
                  <c:v>27152.280000000057</c:v>
                </c:pt>
                <c:pt idx="10">
                  <c:v>123806.64999999882</c:v>
                </c:pt>
                <c:pt idx="11">
                  <c:v>65171.186699999496</c:v>
                </c:pt>
                <c:pt idx="12">
                  <c:v>61540</c:v>
                </c:pt>
                <c:pt idx="13">
                  <c:v>44660</c:v>
                </c:pt>
                <c:pt idx="14">
                  <c:v>41518.078500000098</c:v>
                </c:pt>
                <c:pt idx="15">
                  <c:v>83857.771800000395</c:v>
                </c:pt>
                <c:pt idx="16">
                  <c:v>64341.724500000149</c:v>
                </c:pt>
                <c:pt idx="17">
                  <c:v>49164.060000000434</c:v>
                </c:pt>
                <c:pt idx="18">
                  <c:v>44263.071000000091</c:v>
                </c:pt>
                <c:pt idx="19">
                  <c:v>28913.359500000061</c:v>
                </c:pt>
                <c:pt idx="20">
                  <c:v>96502.402200000652</c:v>
                </c:pt>
                <c:pt idx="21">
                  <c:v>21363.588000000022</c:v>
                </c:pt>
                <c:pt idx="22">
                  <c:v>19622.592000000033</c:v>
                </c:pt>
                <c:pt idx="23">
                  <c:v>4655</c:v>
                </c:pt>
                <c:pt idx="24">
                  <c:v>3862.6874999999986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81-4EA5-9904-DC3FD32EA9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7"/>
        <c:overlap val="-43"/>
        <c:axId val="1869548960"/>
        <c:axId val="1869546080"/>
      </c:barChart>
      <c:catAx>
        <c:axId val="18695489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9546080"/>
        <c:crosses val="autoZero"/>
        <c:auto val="1"/>
        <c:lblAlgn val="ctr"/>
        <c:lblOffset val="100"/>
        <c:tickMarkSkip val="1"/>
        <c:noMultiLvlLbl val="0"/>
      </c:catAx>
      <c:valAx>
        <c:axId val="1869546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\k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9548960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[Origin_Fees_Analysis.xlsx]Visuals and Statistics!PivotTable7</c:name>
    <c:fmtId val="46"/>
  </c:pivotSource>
  <c:chart>
    <c:autoTitleDeleted val="1"/>
    <c:pivotFmts>
      <c:pivotFmt>
        <c:idx val="0"/>
        <c:spPr>
          <a:solidFill>
            <a:schemeClr val="accent1"/>
          </a:solidFill>
          <a:ln>
            <a:gradFill>
              <a:gsLst>
                <a:gs pos="44946">
                  <a:srgbClr val="C9D6EE"/>
                </a:gs>
                <a:gs pos="22000">
                  <a:srgbClr val="D0DCF0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>
            <a:gradFill>
              <a:gsLst>
                <a:gs pos="44946">
                  <a:srgbClr val="C9D6EE"/>
                </a:gs>
                <a:gs pos="22000">
                  <a:srgbClr val="D0DCF0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>
            <a:gradFill>
              <a:gsLst>
                <a:gs pos="44946">
                  <a:srgbClr val="C9D6EE"/>
                </a:gs>
                <a:gs pos="22000">
                  <a:srgbClr val="D0DCF0"/>
                </a:gs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areaChart>
        <c:grouping val="stacked"/>
        <c:varyColors val="0"/>
        <c:ser>
          <c:idx val="0"/>
          <c:order val="0"/>
          <c:tx>
            <c:strRef>
              <c:f>'Visuals and Statistics'!$R$139</c:f>
              <c:strCache>
                <c:ptCount val="1"/>
                <c:pt idx="0">
                  <c:v>Total THC Cost at FOB</c:v>
                </c:pt>
              </c:strCache>
            </c:strRef>
          </c:tx>
          <c:spPr>
            <a:solidFill>
              <a:schemeClr val="accent2"/>
            </a:solidFill>
            <a:ln>
              <a:gradFill>
                <a:gsLst>
                  <a:gs pos="44946">
                    <a:srgbClr val="C9D6EE"/>
                  </a:gs>
                  <a:gs pos="22000">
                    <a:srgbClr val="D0DCF0"/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c:spPr>
          <c:cat>
            <c:multiLvlStrRef>
              <c:f>'Visuals and Statistics'!$O$140:$Q$149</c:f>
              <c:multiLvlStrCache>
                <c:ptCount val="9"/>
                <c:lvl>
                  <c:pt idx="0">
                    <c:v>Carrier B</c:v>
                  </c:pt>
                  <c:pt idx="1">
                    <c:v>Carrier F</c:v>
                  </c:pt>
                  <c:pt idx="2">
                    <c:v>Carrier C</c:v>
                  </c:pt>
                  <c:pt idx="3">
                    <c:v>Carrier A</c:v>
                  </c:pt>
                  <c:pt idx="4">
                    <c:v>Carrier C</c:v>
                  </c:pt>
                  <c:pt idx="5">
                    <c:v>Carrier B</c:v>
                  </c:pt>
                  <c:pt idx="6">
                    <c:v>Carrier D</c:v>
                  </c:pt>
                  <c:pt idx="7">
                    <c:v>Carrier C</c:v>
                  </c:pt>
                  <c:pt idx="8">
                    <c:v>Carrier B</c:v>
                  </c:pt>
                </c:lvl>
                <c:lvl>
                  <c:pt idx="0">
                    <c:v> 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   </c:v>
                  </c:pt>
                  <c:pt idx="4">
                    <c:v>   </c:v>
                  </c:pt>
                  <c:pt idx="5">
                    <c:v> </c:v>
                  </c:pt>
                  <c:pt idx="6">
                    <c:v>        </c:v>
                  </c:pt>
                  <c:pt idx="7">
                    <c:v>   </c:v>
                  </c:pt>
                  <c:pt idx="8">
                    <c:v> </c:v>
                  </c:pt>
                </c:lvl>
                <c:lvl>
                  <c:pt idx="0">
                    <c:v>FOB NINGBO</c:v>
                  </c:pt>
                  <c:pt idx="3">
                    <c:v>FOB BUSAN</c:v>
                  </c:pt>
                  <c:pt idx="6">
                    <c:v>FOB YANTIAN</c:v>
                  </c:pt>
                </c:lvl>
              </c:multiLvlStrCache>
            </c:multiLvlStrRef>
          </c:cat>
          <c:val>
            <c:numRef>
              <c:f>'Visuals and Statistics'!$R$140:$R$149</c:f>
              <c:numCache>
                <c:formatCode>"$"#,##0</c:formatCode>
                <c:ptCount val="9"/>
                <c:pt idx="0">
                  <c:v>184799.55599999882</c:v>
                </c:pt>
                <c:pt idx="1">
                  <c:v>96502.402200000652</c:v>
                </c:pt>
                <c:pt idx="2">
                  <c:v>141310.70999999996</c:v>
                </c:pt>
                <c:pt idx="3">
                  <c:v>123806.64999999882</c:v>
                </c:pt>
                <c:pt idx="4">
                  <c:v>55532.79600000014</c:v>
                </c:pt>
                <c:pt idx="5">
                  <c:v>76742.55159999957</c:v>
                </c:pt>
                <c:pt idx="6">
                  <c:v>83857.771800000395</c:v>
                </c:pt>
                <c:pt idx="7">
                  <c:v>64828.056000000477</c:v>
                </c:pt>
                <c:pt idx="8">
                  <c:v>32960.366399999824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12-4853-A21E-551273777A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7092255"/>
        <c:axId val="867089855"/>
      </c:areaChart>
      <c:barChart>
        <c:barDir val="col"/>
        <c:grouping val="clustered"/>
        <c:varyColors val="0"/>
        <c:ser>
          <c:idx val="1"/>
          <c:order val="1"/>
          <c:tx>
            <c:strRef>
              <c:f>'Visuals and Statistics'!$S$139</c:f>
              <c:strCache>
                <c:ptCount val="1"/>
                <c:pt idx="0">
                  <c:v>Avg THC Cost per Unit at FOB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fld id="{F4FE605E-24D5-419B-B11F-8972A55AAAE0}" type="VALUE">
                      <a:rPr lang="en-US" b="1"/>
                      <a:pPr/>
                      <a:t>[VALUE]</a:t>
                    </a:fld>
                    <a:endParaRPr lang="en-CA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412-4853-A21E-551273777AB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54EB9D3E-0122-417F-B030-6FEA072A11F5}" type="VALUE">
                      <a:rPr lang="en-US" b="1"/>
                      <a:pPr/>
                      <a:t>[VALUE]</a:t>
                    </a:fld>
                    <a:endParaRPr lang="en-CA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412-4853-A21E-551273777AB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D9067578-1852-4541-A1D1-5D9952AFFBE2}" type="VALUE">
                      <a:rPr lang="en-US" b="1"/>
                      <a:pPr/>
                      <a:t>[VALUE]</a:t>
                    </a:fld>
                    <a:endParaRPr lang="en-CA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412-4853-A21E-551273777AB3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'Visuals and Statistics'!$O$140:$Q$149</c:f>
              <c:multiLvlStrCache>
                <c:ptCount val="9"/>
                <c:lvl>
                  <c:pt idx="0">
                    <c:v>Carrier B</c:v>
                  </c:pt>
                  <c:pt idx="1">
                    <c:v>Carrier F</c:v>
                  </c:pt>
                  <c:pt idx="2">
                    <c:v>Carrier C</c:v>
                  </c:pt>
                  <c:pt idx="3">
                    <c:v>Carrier A</c:v>
                  </c:pt>
                  <c:pt idx="4">
                    <c:v>Carrier C</c:v>
                  </c:pt>
                  <c:pt idx="5">
                    <c:v>Carrier B</c:v>
                  </c:pt>
                  <c:pt idx="6">
                    <c:v>Carrier D</c:v>
                  </c:pt>
                  <c:pt idx="7">
                    <c:v>Carrier C</c:v>
                  </c:pt>
                  <c:pt idx="8">
                    <c:v>Carrier B</c:v>
                  </c:pt>
                </c:lvl>
                <c:lvl>
                  <c:pt idx="0">
                    <c:v> </c:v>
                  </c:pt>
                  <c:pt idx="1">
                    <c:v>  </c:v>
                  </c:pt>
                  <c:pt idx="2">
                    <c:v>   </c:v>
                  </c:pt>
                  <c:pt idx="3">
                    <c:v>       </c:v>
                  </c:pt>
                  <c:pt idx="4">
                    <c:v>   </c:v>
                  </c:pt>
                  <c:pt idx="5">
                    <c:v> </c:v>
                  </c:pt>
                  <c:pt idx="6">
                    <c:v>        </c:v>
                  </c:pt>
                  <c:pt idx="7">
                    <c:v>   </c:v>
                  </c:pt>
                  <c:pt idx="8">
                    <c:v> </c:v>
                  </c:pt>
                </c:lvl>
                <c:lvl>
                  <c:pt idx="0">
                    <c:v>FOB NINGBO</c:v>
                  </c:pt>
                  <c:pt idx="3">
                    <c:v>FOB BUSAN</c:v>
                  </c:pt>
                  <c:pt idx="6">
                    <c:v>FOB YANTIAN</c:v>
                  </c:pt>
                </c:lvl>
              </c:multiLvlStrCache>
            </c:multiLvlStrRef>
          </c:cat>
          <c:val>
            <c:numRef>
              <c:f>'Visuals and Statistics'!$S$140:$S$149</c:f>
              <c:numCache>
                <c:formatCode>"$"#,##0</c:formatCode>
                <c:ptCount val="9"/>
                <c:pt idx="0">
                  <c:v>142.37253929121636</c:v>
                </c:pt>
                <c:pt idx="1">
                  <c:v>124.84140000000085</c:v>
                </c:pt>
                <c:pt idx="2">
                  <c:v>123.9567631578947</c:v>
                </c:pt>
                <c:pt idx="3">
                  <c:v>236.27223282442523</c:v>
                </c:pt>
                <c:pt idx="4">
                  <c:v>152.14464657534285</c:v>
                </c:pt>
                <c:pt idx="5">
                  <c:v>148.1516440154432</c:v>
                </c:pt>
                <c:pt idx="6">
                  <c:v>220.09913858267819</c:v>
                </c:pt>
                <c:pt idx="7">
                  <c:v>198.85906748466405</c:v>
                </c:pt>
                <c:pt idx="8">
                  <c:v>142.07054482758545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12-4853-A21E-551273777A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867095135"/>
        <c:axId val="867100415"/>
      </c:barChart>
      <c:catAx>
        <c:axId val="867095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7100415"/>
        <c:crosses val="autoZero"/>
        <c:auto val="1"/>
        <c:lblAlgn val="ctr"/>
        <c:lblOffset val="100"/>
        <c:noMultiLvlLbl val="0"/>
      </c:catAx>
      <c:valAx>
        <c:axId val="867100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7095135"/>
        <c:crosses val="autoZero"/>
        <c:crossBetween val="between"/>
      </c:valAx>
      <c:valAx>
        <c:axId val="867089855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7092255"/>
        <c:crosses val="max"/>
        <c:crossBetween val="between"/>
      </c:valAx>
      <c:catAx>
        <c:axId val="86709225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crossAx val="8670898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3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21B5-35D6-FC9C-D734-586253370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784447-0186-8D2E-9EF0-22C34A106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AF8D7-AE02-A1FB-03A4-8ACC9D6EF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34145-25D2-9DED-15EA-1CD17795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CE61-3B7A-86D7-E193-BFF0BB60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3674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7301-912C-CAE5-70A2-D8DC20195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7EB44-05CB-00D3-9888-F667F63BC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3F86F-534B-723B-A8E3-FB417D1B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A8FD8-E062-A381-8F6C-3923935E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20D76-E7C4-6046-C04C-FE6E77BD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143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B9DD-C263-21DA-F8D5-8BCAEEE79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F6C60-045F-B522-946C-7AD05E57E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A4CCB-7FF2-F88B-B905-99A48A856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4079-E3AC-6812-0B0B-E81C8DCD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CAB99-C3DD-2363-4977-3757E77F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842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F9586-3CE3-874C-952F-498369B7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AAC5B-2B44-6D17-5A35-5DF3E7315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2DB4F-0646-0BE9-4729-ADEA87DB3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A8563-674B-1614-FC92-A5CC774E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95009-87DF-1193-C7A1-F3F9C0E9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F0DB8-C556-40C1-D9FD-AE7EA064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088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BD57C-289B-65B4-555A-4E79F393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E8A8D-D8B8-ACBE-2286-E1F107FCA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1929E-0602-5371-81A8-8D0EC1BC3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971CFA-256D-EEBA-E274-0AC62BA88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A72FCC-3DEE-D96D-3F90-6C88FDF297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A18382-416E-4A87-BBC1-6F4D593C5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14741-27DE-507B-4519-81A8FF1AE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4808F-3DD0-6DB9-86BB-A5D4F81EC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974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EA5C9-5AE2-B051-C369-E9F002B1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6DD615-D9A7-FCA4-F25E-8A2E18960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9072D7-86E8-59B9-EC98-7785B692B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7B9A3-6FE5-3633-53C4-9208F8496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221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0D4964-873C-DD51-48A3-51E52583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EC2CA-91D1-618B-FC2F-C20C666C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8C60E-AAC5-EBD8-2D8F-4165B94A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11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D43E8-2EAC-D5B0-0F37-2289C7E1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A7BB2-1538-C161-41DD-D8A3FE6E2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5FB46-2DE9-F460-3C6F-9B8BB8A47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83784-B577-B008-4EEE-1BBCF28A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1FB58-79D6-876D-7D35-E20841D4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F6E52-6ACA-E46D-2B09-8F62FFBD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5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49D2-06BB-28E3-7BDB-E07A556CD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D6D487-660A-F3EB-C7EB-FF8CDEF688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A0470-3CF0-666B-6C7C-7923108E5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8C740-AF86-E9EE-D400-8DC4E344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204DB-BA12-D811-DB17-CCB91E8F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D9A84-D801-BA49-CEE9-F9E4B974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0509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C0F1-0234-8197-375C-67A1A82B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52C04-65CB-D717-6F4F-D4DFDE3BE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10108-CF54-591F-BE08-63EA9029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51705-46A0-FE1A-2D27-5CF40206E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6298-5629-5B53-425B-C332E581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2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049185-616B-3209-E0B4-CD9CF163F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FACAF-B657-58DA-3796-42E7AD5B7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8AB73-29E4-E7F3-7796-CF5A733F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DEF0A-2B8D-32EC-F02B-71071DDD5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1E17-A938-41D1-6095-47796654A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3168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EC66BE-14C5-44C0-D448-09FD67D3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454E-4F42-77DB-B516-DA639AD40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E7D5-E24F-F292-E4FD-F1A7AF796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36028-94AD-46AB-B8CE-A897772C53A6}" type="datetimeFigureOut">
              <a:rPr lang="en-CA" smtClean="0"/>
              <a:t>10/29/2025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4FB56-5A95-9838-51A2-8D3B1B3A0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0B7DB-53B5-1434-4005-070BE19C6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8B03F-52E2-44B2-8B36-2727CBFFC1E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344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1CA8A6-411B-C915-BCD5-CCD59D984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CA" sz="8000" dirty="0">
                <a:solidFill>
                  <a:srgbClr val="FFFFFF"/>
                </a:solidFill>
              </a:rPr>
              <a:t>Ocean Carrier Origin Charges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903CA-27BD-4399-2CEE-B3461F365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 fontScale="92500"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2025 YTD spend overview – Identifying negotiation priorities for upcoming RFQ</a:t>
            </a:r>
          </a:p>
        </p:txBody>
      </p:sp>
      <p:sp>
        <p:nvSpPr>
          <p:cNvPr id="1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76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C8321E8-1D28-05D0-4BA6-2881482C41DA}"/>
              </a:ext>
            </a:extLst>
          </p:cNvPr>
          <p:cNvSpPr txBox="1"/>
          <p:nvPr/>
        </p:nvSpPr>
        <p:spPr>
          <a:xfrm>
            <a:off x="974386" y="1558359"/>
            <a:ext cx="10243226" cy="3561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🎯 </a:t>
            </a:r>
            <a:r>
              <a:rPr lang="en-CA" sz="2000" b="1" dirty="0"/>
              <a:t>Purpose: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Assess the origin charges paid by Company X at ports of export to identify negotiation opportunities for the upcoming RFQ with ocean carriers</a:t>
            </a:r>
            <a:r>
              <a:rPr lang="en-CA" sz="20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🔭 </a:t>
            </a:r>
            <a:r>
              <a:rPr lang="en-CA" sz="2000" b="1" dirty="0"/>
              <a:t>Scope: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2025 YTD (~12,750+ containers shipped)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3 major origin fees analyzed (THC Fee, Documentation Fee, Booking Fee)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⚠️ </a:t>
            </a:r>
            <a:r>
              <a:rPr lang="en-CA" sz="2000" b="1" dirty="0"/>
              <a:t>Caveats: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Missing rates for some carriers/ports.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64767-BEF1-4C97-238E-9DE318AB8132}"/>
              </a:ext>
            </a:extLst>
          </p:cNvPr>
          <p:cNvSpPr txBox="1"/>
          <p:nvPr/>
        </p:nvSpPr>
        <p:spPr>
          <a:xfrm>
            <a:off x="4715236" y="375731"/>
            <a:ext cx="2761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Context &amp; Scope</a:t>
            </a:r>
          </a:p>
        </p:txBody>
      </p:sp>
    </p:spTree>
    <p:extLst>
      <p:ext uri="{BB962C8B-B14F-4D97-AF65-F5344CB8AC3E}">
        <p14:creationId xmlns:p14="http://schemas.microsoft.com/office/powerpoint/2010/main" val="3822917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9115EE-662C-F8AD-9003-00FF2C08AD60}"/>
              </a:ext>
            </a:extLst>
          </p:cNvPr>
          <p:cNvSpPr txBox="1"/>
          <p:nvPr/>
        </p:nvSpPr>
        <p:spPr>
          <a:xfrm>
            <a:off x="4715236" y="375731"/>
            <a:ext cx="2268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Data 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D16A9-E37F-C94C-A295-BB08FBB72483}"/>
              </a:ext>
            </a:extLst>
          </p:cNvPr>
          <p:cNvSpPr txBox="1"/>
          <p:nvPr/>
        </p:nvSpPr>
        <p:spPr>
          <a:xfrm>
            <a:off x="974387" y="1397736"/>
            <a:ext cx="10243226" cy="508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📈 </a:t>
            </a:r>
            <a:r>
              <a:rPr lang="en-CA" sz="2000" b="1" dirty="0"/>
              <a:t>Data Inputs Used: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Origin Fee Rates Dataset (raw Excel from a freight forwarder): rates per ocean carrier x FOB port x container type x origin fee type.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Ocean Carrier Performance (internal raw Excel): ocean carrier KPIs; used to normalize and map FOB codes to port names.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FOB Mapping File (internal raw Excel): supplementary source of data to help normalize and map FOB codes to port names.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Exchange Rate Table (custom built): converted 10+ currencies -&gt; USD baseline.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Historical Container Movement Data (raw Excel from the freight forwarder): appended 3 workbooks into single Power Query file and created unique container ID per shipment to get a count of containers shipped YTD.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22929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123C49-C4CC-0E49-FFBB-51C1CDBBE61E}"/>
              </a:ext>
            </a:extLst>
          </p:cNvPr>
          <p:cNvSpPr txBox="1"/>
          <p:nvPr/>
        </p:nvSpPr>
        <p:spPr>
          <a:xfrm>
            <a:off x="3740996" y="351877"/>
            <a:ext cx="47100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Data Wrangling &amp;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E7119-2F97-1809-75A7-EA32C9ECA7ED}"/>
              </a:ext>
            </a:extLst>
          </p:cNvPr>
          <p:cNvSpPr txBox="1"/>
          <p:nvPr/>
        </p:nvSpPr>
        <p:spPr>
          <a:xfrm>
            <a:off x="974386" y="1375866"/>
            <a:ext cx="10243226" cy="5546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🧹 </a:t>
            </a:r>
            <a:r>
              <a:rPr lang="en-CA" sz="2000" b="1" dirty="0"/>
              <a:t>Cleaning &amp; Normalization: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Unified carrier names across datasets (via mapping through a custom table built on a separate worksheet).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Normalized FOB ports by mapping codes to names; separated multi-port entries into individual rows.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Converted all charges into USD through a custom exchange rate table.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b="1" dirty="0"/>
              <a:t>👩🏻‍💻 Handling Missing / Inconsistent Data: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Marked blank rates as “</a:t>
            </a:r>
            <a:r>
              <a:rPr lang="en-CA" dirty="0" err="1"/>
              <a:t>NaN</a:t>
            </a:r>
            <a:r>
              <a:rPr lang="en-CA" dirty="0"/>
              <a:t>” for better visibility and tracking using “Find &amp; Replace” functionality.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Requested missing THC/Document/Booking rates from the freight forwarder; incorporated into the dataset, once received; rows with missing entries still missing were eventually dropped.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27593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03AC12-F145-B9A7-D423-00EBA06279FF}"/>
              </a:ext>
            </a:extLst>
          </p:cNvPr>
          <p:cNvSpPr txBox="1"/>
          <p:nvPr/>
        </p:nvSpPr>
        <p:spPr>
          <a:xfrm>
            <a:off x="974386" y="875097"/>
            <a:ext cx="10243226" cy="3007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🔄 </a:t>
            </a:r>
            <a:r>
              <a:rPr lang="en-CA" sz="2000" b="1" dirty="0"/>
              <a:t>Transformation Steps: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Unpivoted origin fee rates dataset (wide -&gt; long format) in Power Query.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Built base dataset linking container IDs -&gt; carriers, FOBs, fees, etc.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Created helper columns (Total Spend, Lookup Keys) to calculate spend per each origin fee type and total spend across all 3 types.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Aggregated into YTD totals for visualizations.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08262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2C4F35-1D57-31C7-15EA-454E99F0AE3E}"/>
              </a:ext>
            </a:extLst>
          </p:cNvPr>
          <p:cNvSpPr txBox="1"/>
          <p:nvPr/>
        </p:nvSpPr>
        <p:spPr>
          <a:xfrm>
            <a:off x="2144020" y="371352"/>
            <a:ext cx="7903959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/>
              <a:t>📊 </a:t>
            </a:r>
            <a:r>
              <a:rPr lang="en-CA" sz="2800" b="1" dirty="0"/>
              <a:t>Visual 1: </a:t>
            </a:r>
            <a:r>
              <a:rPr lang="en-US" sz="2800" dirty="0"/>
              <a:t>Total Origin Spend by Carrier – Top 10</a:t>
            </a:r>
          </a:p>
          <a:p>
            <a:pPr algn="ctr"/>
            <a:r>
              <a:rPr lang="en-US" sz="2800" dirty="0"/>
              <a:t>(2025 YTD)</a:t>
            </a:r>
          </a:p>
          <a:p>
            <a:r>
              <a:rPr lang="en-CA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A222D-C8D3-321A-4F85-0B1772F6825A}"/>
              </a:ext>
            </a:extLst>
          </p:cNvPr>
          <p:cNvSpPr txBox="1"/>
          <p:nvPr/>
        </p:nvSpPr>
        <p:spPr>
          <a:xfrm>
            <a:off x="8812673" y="1879457"/>
            <a:ext cx="3237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slide shows total origin spend (THC + Documentation + Booking fees) by carrier – Top 10 carriers by spend.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0E6CC-DB82-C0D1-F047-D1BFF56A454B}"/>
              </a:ext>
            </a:extLst>
          </p:cNvPr>
          <p:cNvSpPr txBox="1"/>
          <p:nvPr/>
        </p:nvSpPr>
        <p:spPr>
          <a:xfrm>
            <a:off x="8812674" y="3633784"/>
            <a:ext cx="323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Key takeaway: </a:t>
            </a:r>
            <a:r>
              <a:rPr lang="en-CA" dirty="0"/>
              <a:t>Carrier A + Carrier B together account for </a:t>
            </a:r>
            <a:r>
              <a:rPr lang="en-CA" dirty="0">
                <a:highlight>
                  <a:srgbClr val="FFFF00"/>
                </a:highlight>
              </a:rPr>
              <a:t>~41% of the total origin spend</a:t>
            </a:r>
            <a:r>
              <a:rPr lang="en-CA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2117B-1074-C379-386F-BDAEE11B1027}"/>
              </a:ext>
            </a:extLst>
          </p:cNvPr>
          <p:cNvSpPr txBox="1"/>
          <p:nvPr/>
        </p:nvSpPr>
        <p:spPr>
          <a:xfrm>
            <a:off x="8812673" y="5111112"/>
            <a:ext cx="3237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In contrast</a:t>
            </a:r>
            <a:r>
              <a:rPr lang="en-CA" dirty="0"/>
              <a:t>, Carrier J accounts for only ~1.4% of the total origin spend.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0D4F57E-52DC-0492-6007-B88075EA56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5130547"/>
              </p:ext>
            </p:extLst>
          </p:nvPr>
        </p:nvGraphicFramePr>
        <p:xfrm>
          <a:off x="142210" y="1478943"/>
          <a:ext cx="8646307" cy="5245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1360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2CE5A49-BE09-108D-B42B-87F3B170C42B}"/>
              </a:ext>
            </a:extLst>
          </p:cNvPr>
          <p:cNvSpPr txBox="1"/>
          <p:nvPr/>
        </p:nvSpPr>
        <p:spPr>
          <a:xfrm>
            <a:off x="1134331" y="306680"/>
            <a:ext cx="99233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/>
              <a:t>📊 </a:t>
            </a:r>
            <a:r>
              <a:rPr lang="en-CA" sz="2800" b="1" dirty="0"/>
              <a:t>Visual 2: </a:t>
            </a:r>
            <a:r>
              <a:rPr lang="en-US" sz="2800" dirty="0"/>
              <a:t>Breakdown of Total Origin Spend by Carrier – Top 10</a:t>
            </a:r>
          </a:p>
          <a:p>
            <a:pPr algn="ctr"/>
            <a:r>
              <a:rPr lang="en-US" sz="2800" dirty="0"/>
              <a:t>(2025 YTD)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5376CE-3BD7-7199-3277-6F6429F97188}"/>
              </a:ext>
            </a:extLst>
          </p:cNvPr>
          <p:cNvSpPr txBox="1"/>
          <p:nvPr/>
        </p:nvSpPr>
        <p:spPr>
          <a:xfrm>
            <a:off x="9083026" y="1260786"/>
            <a:ext cx="29237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slide shows both total origin spend and fee mix per carrier (stacked view of THC vs. Documentation vs. Booking).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2120D6-5E2E-A321-551F-53580AFCC1F6}"/>
              </a:ext>
            </a:extLst>
          </p:cNvPr>
          <p:cNvSpPr txBox="1"/>
          <p:nvPr/>
        </p:nvSpPr>
        <p:spPr>
          <a:xfrm>
            <a:off x="9083026" y="3128917"/>
            <a:ext cx="2923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Key takeaway: </a:t>
            </a:r>
            <a:r>
              <a:rPr lang="en-CA" dirty="0"/>
              <a:t>THC comprises </a:t>
            </a:r>
            <a:r>
              <a:rPr lang="en-CA" dirty="0">
                <a:highlight>
                  <a:srgbClr val="FFFF00"/>
                </a:highlight>
              </a:rPr>
              <a:t>~84% of the total origin spend</a:t>
            </a:r>
            <a:r>
              <a:rPr lang="en-CA" dirty="0"/>
              <a:t> across all carriers.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9315B-6FE4-33C1-6613-7E79E16A647D}"/>
              </a:ext>
            </a:extLst>
          </p:cNvPr>
          <p:cNvSpPr txBox="1"/>
          <p:nvPr/>
        </p:nvSpPr>
        <p:spPr>
          <a:xfrm>
            <a:off x="9083026" y="4443051"/>
            <a:ext cx="27640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Conversely</a:t>
            </a:r>
            <a:r>
              <a:rPr lang="en-CA" dirty="0"/>
              <a:t>, Documentation and Booking account for only ~15% and ~1.4% of the total origin spend, respectively, hence barely visible on the chart.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B840798-3F2A-8337-C03F-44B6B2B097BB}"/>
              </a:ext>
              <a:ext uri="{147F2762-F138-4A5C-976F-8EAC2B608ADB}">
                <a16:predDERef xmlns:a16="http://schemas.microsoft.com/office/drawing/2014/main" pred="{9863F7E5-7825-134F-D098-BACE369142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1440566"/>
              </p:ext>
            </p:extLst>
          </p:nvPr>
        </p:nvGraphicFramePr>
        <p:xfrm>
          <a:off x="105426" y="1470992"/>
          <a:ext cx="8736424" cy="5280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6021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AE1DB3-7D5F-175B-0602-72C8EBC9E136}"/>
              </a:ext>
            </a:extLst>
          </p:cNvPr>
          <p:cNvSpPr txBox="1"/>
          <p:nvPr/>
        </p:nvSpPr>
        <p:spPr>
          <a:xfrm>
            <a:off x="1024338" y="302197"/>
            <a:ext cx="101433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800" dirty="0"/>
              <a:t>📊 </a:t>
            </a:r>
            <a:r>
              <a:rPr lang="en-CA" sz="2800" b="1" dirty="0"/>
              <a:t>Visual 3: </a:t>
            </a:r>
            <a:r>
              <a:rPr lang="en-US" sz="2800" dirty="0"/>
              <a:t>Top 5 Ports per Top 5 Carriers – Total Origin Spend</a:t>
            </a:r>
          </a:p>
          <a:p>
            <a:pPr algn="ctr"/>
            <a:r>
              <a:rPr lang="en-US" sz="2800" dirty="0"/>
              <a:t>(2025 YTD)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7E6B2-54DB-245F-5638-09D82E989072}"/>
              </a:ext>
            </a:extLst>
          </p:cNvPr>
          <p:cNvSpPr txBox="1"/>
          <p:nvPr/>
        </p:nvSpPr>
        <p:spPr>
          <a:xfrm>
            <a:off x="8810045" y="1235168"/>
            <a:ext cx="32765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slide shows each top carrier’s five highest-spend FOBs (sorted per carrier). *</a:t>
            </a:r>
            <a:r>
              <a:rPr lang="en-CA" b="1" dirty="0"/>
              <a:t>carrier order here is based on their top-5 ports spend</a:t>
            </a:r>
            <a:r>
              <a:rPr lang="en-CA" dirty="0"/>
              <a:t>, which </a:t>
            </a:r>
            <a:r>
              <a:rPr lang="en-CA" u="sng" dirty="0"/>
              <a:t>may differ from overall carrier rankings</a:t>
            </a:r>
            <a:r>
              <a:rPr lang="en-CA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FACF71-5CE2-7938-A57B-E3EE03EA96E5}"/>
              </a:ext>
            </a:extLst>
          </p:cNvPr>
          <p:cNvSpPr txBox="1"/>
          <p:nvPr/>
        </p:nvSpPr>
        <p:spPr>
          <a:xfrm>
            <a:off x="8810045" y="3429000"/>
            <a:ext cx="32626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Key takeaway: </a:t>
            </a:r>
            <a:r>
              <a:rPr lang="en-CA" dirty="0"/>
              <a:t>Carrier B ranks lower overall but </a:t>
            </a:r>
            <a:r>
              <a:rPr lang="en-CA" dirty="0">
                <a:highlight>
                  <a:srgbClr val="FFFF00"/>
                </a:highlight>
              </a:rPr>
              <a:t>emerges as a top spender </a:t>
            </a:r>
            <a:r>
              <a:rPr lang="en-CA" dirty="0"/>
              <a:t>when focusing on its top 5 ports.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FF23D-CCFE-01B6-37CE-280DA56C10D6}"/>
              </a:ext>
            </a:extLst>
          </p:cNvPr>
          <p:cNvSpPr txBox="1"/>
          <p:nvPr/>
        </p:nvSpPr>
        <p:spPr>
          <a:xfrm>
            <a:off x="8810045" y="5068835"/>
            <a:ext cx="31168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Oppositely</a:t>
            </a:r>
            <a:r>
              <a:rPr lang="en-CA" dirty="0"/>
              <a:t>, Carrier A drops from rank 1 to 3, indicating their volume is spread out rather than concentrated in 2-3 ports.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2E172BC-0047-54DD-8E2A-C6B57E328D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4860011"/>
              </p:ext>
            </p:extLst>
          </p:nvPr>
        </p:nvGraphicFramePr>
        <p:xfrm>
          <a:off x="105425" y="1502797"/>
          <a:ext cx="8529527" cy="5230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33698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B3338A-027A-AD52-D215-81EBC8F6B48D}"/>
              </a:ext>
            </a:extLst>
          </p:cNvPr>
          <p:cNvSpPr txBox="1"/>
          <p:nvPr/>
        </p:nvSpPr>
        <p:spPr>
          <a:xfrm>
            <a:off x="1298603" y="365808"/>
            <a:ext cx="95947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800" dirty="0"/>
              <a:t>📊 </a:t>
            </a:r>
            <a:r>
              <a:rPr lang="en-CA" sz="2800" b="1" dirty="0"/>
              <a:t>Visual 4: </a:t>
            </a:r>
            <a:r>
              <a:rPr lang="en-US" sz="2800" dirty="0"/>
              <a:t>Negotiation Priority Matrix</a:t>
            </a:r>
          </a:p>
          <a:p>
            <a:pPr algn="ctr"/>
            <a:r>
              <a:rPr lang="en-US" sz="2800" dirty="0"/>
              <a:t>(THC Focus)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FA78B-568A-6DC7-5014-D81BA3C4246B}"/>
              </a:ext>
            </a:extLst>
          </p:cNvPr>
          <p:cNvSpPr txBox="1"/>
          <p:nvPr/>
        </p:nvSpPr>
        <p:spPr>
          <a:xfrm>
            <a:off x="8936610" y="1319915"/>
            <a:ext cx="3149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slide highlights where high unit (container) pricing and high THC cost overlap – prime negotiation targets.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705261-4995-D24F-6264-4DC9055BBBE3}"/>
              </a:ext>
            </a:extLst>
          </p:cNvPr>
          <p:cNvSpPr txBox="1"/>
          <p:nvPr/>
        </p:nvSpPr>
        <p:spPr>
          <a:xfrm>
            <a:off x="8936610" y="2797243"/>
            <a:ext cx="31499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Key takeaway: </a:t>
            </a:r>
            <a:r>
              <a:rPr lang="en-CA" dirty="0"/>
              <a:t>The Port of Busan with Carrier A is </a:t>
            </a:r>
            <a:r>
              <a:rPr lang="en-CA" dirty="0">
                <a:highlight>
                  <a:srgbClr val="FFFF00"/>
                </a:highlight>
              </a:rPr>
              <a:t>the most overpriced</a:t>
            </a:r>
            <a:r>
              <a:rPr lang="en-CA" dirty="0"/>
              <a:t> THC FOB overall – $123,807 total THC spend; Avg THC $236/TEU (~55% above port median).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D8735-BDA4-1531-B6B2-E3A6590285B2}"/>
              </a:ext>
            </a:extLst>
          </p:cNvPr>
          <p:cNvSpPr txBox="1"/>
          <p:nvPr/>
        </p:nvSpPr>
        <p:spPr>
          <a:xfrm>
            <a:off x="8936610" y="4964526"/>
            <a:ext cx="2990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Recommendation: </a:t>
            </a:r>
            <a:r>
              <a:rPr lang="en-CA" dirty="0"/>
              <a:t>Focus RFQ negotiations on </a:t>
            </a:r>
            <a:r>
              <a:rPr lang="en-CA" u="sng" dirty="0"/>
              <a:t>Carrier A / FOB Busan</a:t>
            </a:r>
            <a:r>
              <a:rPr lang="en-CA" dirty="0"/>
              <a:t>, </a:t>
            </a:r>
            <a:r>
              <a:rPr lang="en-CA" u="sng" dirty="0"/>
              <a:t>Carrier D / FOB Yantian</a:t>
            </a:r>
            <a:r>
              <a:rPr lang="en-CA" dirty="0"/>
              <a:t>, and </a:t>
            </a:r>
            <a:r>
              <a:rPr lang="en-CA" u="sng" dirty="0"/>
              <a:t>Carrier C / FOB Yantian</a:t>
            </a:r>
            <a:r>
              <a:rPr lang="en-CA" dirty="0"/>
              <a:t>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C2AA9929-7558-9D00-6E46-F8BF483426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3369239"/>
              </p:ext>
            </p:extLst>
          </p:nvPr>
        </p:nvGraphicFramePr>
        <p:xfrm>
          <a:off x="105426" y="1510748"/>
          <a:ext cx="8831184" cy="5208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FA2863-433B-5467-F47E-2BE622055DD6}"/>
              </a:ext>
            </a:extLst>
          </p:cNvPr>
          <p:cNvCxnSpPr>
            <a:cxnSpLocks/>
          </p:cNvCxnSpPr>
          <p:nvPr/>
        </p:nvCxnSpPr>
        <p:spPr>
          <a:xfrm>
            <a:off x="2512612" y="1240403"/>
            <a:ext cx="190831" cy="349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3AB490-3717-DFC6-49B4-C49B20E1F58D}"/>
              </a:ext>
            </a:extLst>
          </p:cNvPr>
          <p:cNvCxnSpPr>
            <a:cxnSpLocks/>
          </p:cNvCxnSpPr>
          <p:nvPr/>
        </p:nvCxnSpPr>
        <p:spPr>
          <a:xfrm>
            <a:off x="4521018" y="1526649"/>
            <a:ext cx="190831" cy="349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8080D9D-909F-1514-87F5-F94623509BDF}"/>
              </a:ext>
            </a:extLst>
          </p:cNvPr>
          <p:cNvCxnSpPr>
            <a:cxnSpLocks/>
          </p:cNvCxnSpPr>
          <p:nvPr/>
        </p:nvCxnSpPr>
        <p:spPr>
          <a:xfrm>
            <a:off x="5217381" y="1883651"/>
            <a:ext cx="190831" cy="3498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59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B864-9FE1-B712-65AB-5520F1ECD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313" y="422302"/>
            <a:ext cx="3477371" cy="581079"/>
          </a:xfrm>
        </p:spPr>
        <p:txBody>
          <a:bodyPr>
            <a:normAutofit fontScale="90000"/>
          </a:bodyPr>
          <a:lstStyle/>
          <a:p>
            <a:pPr algn="ctr"/>
            <a:r>
              <a:rPr lang="en-CA" sz="2800" dirty="0"/>
              <a:t>Final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101FA-BB59-4351-490F-834D4823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87490"/>
            <a:ext cx="10515600" cy="448301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1800" dirty="0"/>
              <a:t>❗</a:t>
            </a:r>
            <a:r>
              <a:rPr lang="en-CA" sz="2000" b="1" dirty="0"/>
              <a:t>Prioritize negotiations </a:t>
            </a:r>
            <a:r>
              <a:rPr lang="en-CA" sz="2000" dirty="0"/>
              <a:t>with Carrier A (FOB Busan), Carrier D (FOB Yantian), and Carrier C (FOB Yantian).</a:t>
            </a:r>
          </a:p>
          <a:p>
            <a:pPr>
              <a:lnSpc>
                <a:spcPct val="150000"/>
              </a:lnSpc>
            </a:pPr>
            <a:r>
              <a:rPr lang="en-CA" sz="1800" dirty="0"/>
              <a:t>📍 </a:t>
            </a:r>
            <a:r>
              <a:rPr lang="en-CA" sz="2000" b="1" dirty="0"/>
              <a:t>Set THC benchmarks:</a:t>
            </a:r>
          </a:p>
          <a:p>
            <a:pPr lvl="1">
              <a:lnSpc>
                <a:spcPct val="150000"/>
              </a:lnSpc>
            </a:pPr>
            <a:r>
              <a:rPr lang="en-CA" sz="2000" dirty="0"/>
              <a:t>Target variance cap of ±15% vs. port medians.</a:t>
            </a:r>
          </a:p>
          <a:p>
            <a:pPr>
              <a:lnSpc>
                <a:spcPct val="150000"/>
              </a:lnSpc>
            </a:pPr>
            <a:r>
              <a:rPr lang="en-CA" sz="1800" b="1" dirty="0"/>
              <a:t>💡 </a:t>
            </a:r>
            <a:r>
              <a:rPr lang="en-CA" sz="2000" b="1" dirty="0"/>
              <a:t>Optionally:</a:t>
            </a:r>
          </a:p>
          <a:p>
            <a:pPr lvl="1">
              <a:lnSpc>
                <a:spcPct val="150000"/>
              </a:lnSpc>
            </a:pPr>
            <a:r>
              <a:rPr lang="en-CA" sz="2000" dirty="0"/>
              <a:t>Deprioritize low-volume FOBs (e.g., &lt;$50K YTD).</a:t>
            </a:r>
          </a:p>
          <a:p>
            <a:pPr>
              <a:lnSpc>
                <a:spcPct val="150000"/>
              </a:lnSpc>
            </a:pPr>
            <a:r>
              <a:rPr lang="en-CA" sz="1800" b="1" dirty="0"/>
              <a:t>🚀 </a:t>
            </a:r>
            <a:r>
              <a:rPr lang="en-CA" sz="2000" b="1" dirty="0"/>
              <a:t>Next steps:</a:t>
            </a:r>
          </a:p>
          <a:p>
            <a:pPr lvl="1">
              <a:lnSpc>
                <a:spcPct val="150000"/>
              </a:lnSpc>
            </a:pPr>
            <a:r>
              <a:rPr lang="en-CA" sz="2000" dirty="0"/>
              <a:t>Apply same framework once full fee dataset is available.</a:t>
            </a:r>
          </a:p>
        </p:txBody>
      </p:sp>
    </p:spTree>
    <p:extLst>
      <p:ext uri="{BB962C8B-B14F-4D97-AF65-F5344CB8AC3E}">
        <p14:creationId xmlns:p14="http://schemas.microsoft.com/office/powerpoint/2010/main" val="4239788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55BD792-8454-A392-CC9F-C60529B2D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836" y="390497"/>
            <a:ext cx="3212327" cy="581079"/>
          </a:xfrm>
        </p:spPr>
        <p:txBody>
          <a:bodyPr>
            <a:normAutofit/>
          </a:bodyPr>
          <a:lstStyle/>
          <a:p>
            <a:pPr algn="ctr"/>
            <a:r>
              <a:rPr lang="en-CA" sz="2800" dirty="0"/>
              <a:t>Closing / Next Steps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2280F1-559B-EEEC-EF1E-E6BAD8DA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265" y="2511997"/>
            <a:ext cx="9013467" cy="1834006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CA" sz="2000" dirty="0"/>
              <a:t>Expand analysis once missing rates are delivered.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CA" sz="2000" dirty="0"/>
              <a:t>Automate pipeline (Excel -&gt; Power Query -&gt; Power BI dashboard).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CA" sz="2000" dirty="0"/>
              <a:t>Build negotiation playbook: standardized visuals for Procurement (optional).</a:t>
            </a:r>
          </a:p>
          <a:p>
            <a:pPr marL="0" indent="0">
              <a:lnSpc>
                <a:spcPct val="150000"/>
              </a:lnSpc>
              <a:buNone/>
            </a:pPr>
            <a:endParaRPr lang="en-C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B25BD2-E357-C2FC-8D03-E31976DF05C3}"/>
              </a:ext>
            </a:extLst>
          </p:cNvPr>
          <p:cNvSpPr txBox="1"/>
          <p:nvPr/>
        </p:nvSpPr>
        <p:spPr>
          <a:xfrm>
            <a:off x="8522963" y="6017631"/>
            <a:ext cx="3297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sz="1600" dirty="0"/>
              <a:t>Prepared by Mykyta (Nick) Shevelov</a:t>
            </a:r>
          </a:p>
          <a:p>
            <a:pPr algn="r"/>
            <a:r>
              <a:rPr lang="en-CA" sz="1600" dirty="0"/>
              <a:t>Sept 2025</a:t>
            </a:r>
          </a:p>
        </p:txBody>
      </p:sp>
    </p:spTree>
    <p:extLst>
      <p:ext uri="{BB962C8B-B14F-4D97-AF65-F5344CB8AC3E}">
        <p14:creationId xmlns:p14="http://schemas.microsoft.com/office/powerpoint/2010/main" val="572025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870</Words>
  <Application>Microsoft Office PowerPoint</Application>
  <PresentationFormat>Widescreen</PresentationFormat>
  <Paragraphs>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Ocean Carrier Origin Charges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Recommendations</vt:lpstr>
      <vt:lpstr>Closing /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Mykyta Shevelov</dc:creator>
  <cp:lastModifiedBy>Mykyta Shevelov</cp:lastModifiedBy>
  <cp:revision>3</cp:revision>
  <dcterms:created xsi:type="dcterms:W3CDTF">2025-08-26T17:57:17Z</dcterms:created>
  <dcterms:modified xsi:type="dcterms:W3CDTF">2025-10-30T03:16:14Z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a3d48-8576-491a-b4d5-b93179c855d8_Enabled">
    <vt:lpwstr>true</vt:lpwstr>
  </property>
  <property fmtid="{D5CDD505-2E9C-101B-9397-08002B2CF9AE}" pid="3" name="MSIP_Label_38ba3d48-8576-491a-b4d5-b93179c855d8_SetDate">
    <vt:lpwstr>2025-08-26T18:13:14Z</vt:lpwstr>
  </property>
  <property fmtid="{D5CDD505-2E9C-101B-9397-08002B2CF9AE}" pid="4" name="MSIP_Label_38ba3d48-8576-491a-b4d5-b93179c855d8_Method">
    <vt:lpwstr>Standard</vt:lpwstr>
  </property>
  <property fmtid="{D5CDD505-2E9C-101B-9397-08002B2CF9AE}" pid="5" name="MSIP_Label_38ba3d48-8576-491a-b4d5-b93179c855d8_Name">
    <vt:lpwstr>Internal</vt:lpwstr>
  </property>
  <property fmtid="{D5CDD505-2E9C-101B-9397-08002B2CF9AE}" pid="6" name="MSIP_Label_38ba3d48-8576-491a-b4d5-b93179c855d8_SiteId">
    <vt:lpwstr>bd6704ff-1437-477c-9ac9-c30d6f5133c5</vt:lpwstr>
  </property>
  <property fmtid="{D5CDD505-2E9C-101B-9397-08002B2CF9AE}" pid="7" name="MSIP_Label_38ba3d48-8576-491a-b4d5-b93179c855d8_ActionId">
    <vt:lpwstr>efa5b1a1-ad88-47dd-acb1-6485167d1792</vt:lpwstr>
  </property>
  <property fmtid="{D5CDD505-2E9C-101B-9397-08002B2CF9AE}" pid="8" name="MSIP_Label_38ba3d48-8576-491a-b4d5-b93179c855d8_ContentBits">
    <vt:lpwstr>0</vt:lpwstr>
  </property>
  <property fmtid="{D5CDD505-2E9C-101B-9397-08002B2CF9AE}" pid="9" name="MSIP_Label_38ba3d48-8576-491a-b4d5-b93179c855d8_Tag">
    <vt:lpwstr>10, 3, 0, 1</vt:lpwstr>
  </property>
</Properties>
</file>